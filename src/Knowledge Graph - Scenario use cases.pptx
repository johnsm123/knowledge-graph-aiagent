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4"/>
  </p:notesMasterIdLst>
  <p:handoutMasterIdLst>
    <p:handoutMasterId r:id="rId15"/>
  </p:handoutMasterIdLst>
  <p:sldIdLst>
    <p:sldId id="2147479184" r:id="rId5"/>
    <p:sldId id="2147479434" r:id="rId6"/>
    <p:sldId id="2147479447" r:id="rId7"/>
    <p:sldId id="2147479444" r:id="rId8"/>
    <p:sldId id="2147479446" r:id="rId9"/>
    <p:sldId id="2147479448" r:id="rId10"/>
    <p:sldId id="2147479449" r:id="rId11"/>
    <p:sldId id="2147479450" r:id="rId12"/>
    <p:sldId id="214747922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66"/>
    <a:srgbClr val="CCECFF"/>
    <a:srgbClr val="99CCFF"/>
    <a:srgbClr val="89EF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8AB8EB-AD8D-4C91-8B1E-DDCF042E27E2}" v="785" dt="2026-03-27T10:35:38.774"/>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94" autoAdjust="0"/>
    <p:restoredTop sz="96327" autoAdjust="0"/>
  </p:normalViewPr>
  <p:slideViewPr>
    <p:cSldViewPr snapToGrid="0">
      <p:cViewPr varScale="1">
        <p:scale>
          <a:sx n="56" d="100"/>
          <a:sy n="56" d="100"/>
        </p:scale>
        <p:origin x="1108" y="44"/>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3360" y="520"/>
      </p:cViewPr>
      <p:guideLst/>
    </p:cSldViewPr>
  </p:notesViewPr>
  <p:gridSpacing cx="914400" cy="9144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ose, Jayant (Cognizant)" userId="77c9cb2a-5789-4d7d-871c-9bf214130aa4" providerId="ADAL" clId="{BAF360E2-C938-46FE-BACC-DD2E6FDA8C03}"/>
    <pc:docChg chg="undo redo custSel mod addSld delSld modSld sldOrd delSection">
      <pc:chgData name="Bhose, Jayant (Cognizant)" userId="77c9cb2a-5789-4d7d-871c-9bf214130aa4" providerId="ADAL" clId="{BAF360E2-C938-46FE-BACC-DD2E6FDA8C03}" dt="2026-03-31T06:49:43.697" v="6174" actId="20577"/>
      <pc:docMkLst>
        <pc:docMk/>
      </pc:docMkLst>
      <pc:sldChg chg="modSp mod">
        <pc:chgData name="Bhose, Jayant (Cognizant)" userId="77c9cb2a-5789-4d7d-871c-9bf214130aa4" providerId="ADAL" clId="{BAF360E2-C938-46FE-BACC-DD2E6FDA8C03}" dt="2026-03-04T05:49:37.839" v="21" actId="1076"/>
        <pc:sldMkLst>
          <pc:docMk/>
          <pc:sldMk cId="2713534842" sldId="2147479184"/>
        </pc:sldMkLst>
        <pc:spChg chg="mod">
          <ac:chgData name="Bhose, Jayant (Cognizant)" userId="77c9cb2a-5789-4d7d-871c-9bf214130aa4" providerId="ADAL" clId="{BAF360E2-C938-46FE-BACC-DD2E6FDA8C03}" dt="2026-03-04T05:49:31.841" v="20" actId="1076"/>
          <ac:spMkLst>
            <pc:docMk/>
            <pc:sldMk cId="2713534842" sldId="2147479184"/>
            <ac:spMk id="5" creationId="{09D9EB17-9965-3523-3F99-EF5E53642703}"/>
          </ac:spMkLst>
        </pc:spChg>
        <pc:spChg chg="mod">
          <ac:chgData name="Bhose, Jayant (Cognizant)" userId="77c9cb2a-5789-4d7d-871c-9bf214130aa4" providerId="ADAL" clId="{BAF360E2-C938-46FE-BACC-DD2E6FDA8C03}" dt="2026-03-04T05:49:37.839" v="21" actId="1076"/>
          <ac:spMkLst>
            <pc:docMk/>
            <pc:sldMk cId="2713534842" sldId="2147479184"/>
            <ac:spMk id="6" creationId="{88FEBB95-7384-788A-FB4C-0A6B87FC5084}"/>
          </ac:spMkLst>
        </pc:spChg>
        <pc:spChg chg="mod">
          <ac:chgData name="Bhose, Jayant (Cognizant)" userId="77c9cb2a-5789-4d7d-871c-9bf214130aa4" providerId="ADAL" clId="{BAF360E2-C938-46FE-BACC-DD2E6FDA8C03}" dt="2026-03-04T05:48:10.633" v="13" actId="20577"/>
          <ac:spMkLst>
            <pc:docMk/>
            <pc:sldMk cId="2713534842" sldId="2147479184"/>
            <ac:spMk id="7" creationId="{E8B7C9CE-73D8-B618-3C6A-7BAC4AC03EFE}"/>
          </ac:spMkLst>
        </pc:spChg>
      </pc:sldChg>
      <pc:sldChg chg="addSp delSp modSp mod">
        <pc:chgData name="Bhose, Jayant (Cognizant)" userId="77c9cb2a-5789-4d7d-871c-9bf214130aa4" providerId="ADAL" clId="{BAF360E2-C938-46FE-BACC-DD2E6FDA8C03}" dt="2026-03-27T06:30:20.171" v="5870" actId="478"/>
        <pc:sldMkLst>
          <pc:docMk/>
          <pc:sldMk cId="2492728089" sldId="2147479227"/>
        </pc:sldMkLst>
      </pc:sldChg>
      <pc:sldChg chg="addSp delSp modSp mod ord">
        <pc:chgData name="Bhose, Jayant (Cognizant)" userId="77c9cb2a-5789-4d7d-871c-9bf214130aa4" providerId="ADAL" clId="{BAF360E2-C938-46FE-BACC-DD2E6FDA8C03}" dt="2026-03-04T07:50:57.345" v="122" actId="1036"/>
        <pc:sldMkLst>
          <pc:docMk/>
          <pc:sldMk cId="2653538201" sldId="2147479434"/>
        </pc:sldMkLst>
        <pc:spChg chg="add mod">
          <ac:chgData name="Bhose, Jayant (Cognizant)" userId="77c9cb2a-5789-4d7d-871c-9bf214130aa4" providerId="ADAL" clId="{BAF360E2-C938-46FE-BACC-DD2E6FDA8C03}" dt="2026-03-04T07:50:57.345" v="122" actId="1036"/>
          <ac:spMkLst>
            <pc:docMk/>
            <pc:sldMk cId="2653538201" sldId="2147479434"/>
            <ac:spMk id="3" creationId="{FFB5C328-FDE5-FCF2-1851-8DF9B7707BE4}"/>
          </ac:spMkLst>
        </pc:spChg>
        <pc:spChg chg="mod">
          <ac:chgData name="Bhose, Jayant (Cognizant)" userId="77c9cb2a-5789-4d7d-871c-9bf214130aa4" providerId="ADAL" clId="{BAF360E2-C938-46FE-BACC-DD2E6FDA8C03}" dt="2026-03-04T07:50:57.345" v="122" actId="1036"/>
          <ac:spMkLst>
            <pc:docMk/>
            <pc:sldMk cId="2653538201" sldId="2147479434"/>
            <ac:spMk id="4" creationId="{9C00936F-F0FB-239E-0766-A060657BC0AE}"/>
          </ac:spMkLst>
        </pc:spChg>
        <pc:spChg chg="mod">
          <ac:chgData name="Bhose, Jayant (Cognizant)" userId="77c9cb2a-5789-4d7d-871c-9bf214130aa4" providerId="ADAL" clId="{BAF360E2-C938-46FE-BACC-DD2E6FDA8C03}" dt="2026-03-04T05:51:26.700" v="25"/>
          <ac:spMkLst>
            <pc:docMk/>
            <pc:sldMk cId="2653538201" sldId="2147479434"/>
            <ac:spMk id="7" creationId="{45B57645-B258-14D3-1E9F-BE6673DD3564}"/>
          </ac:spMkLst>
        </pc:spChg>
        <pc:spChg chg="mod">
          <ac:chgData name="Bhose, Jayant (Cognizant)" userId="77c9cb2a-5789-4d7d-871c-9bf214130aa4" providerId="ADAL" clId="{BAF360E2-C938-46FE-BACC-DD2E6FDA8C03}" dt="2026-03-04T07:50:57.345" v="122" actId="1036"/>
          <ac:spMkLst>
            <pc:docMk/>
            <pc:sldMk cId="2653538201" sldId="2147479434"/>
            <ac:spMk id="9" creationId="{C52FAF93-2707-5A80-DC8B-4EFC457A826E}"/>
          </ac:spMkLst>
        </pc:spChg>
        <pc:spChg chg="add del mod">
          <ac:chgData name="Bhose, Jayant (Cognizant)" userId="77c9cb2a-5789-4d7d-871c-9bf214130aa4" providerId="ADAL" clId="{BAF360E2-C938-46FE-BACC-DD2E6FDA8C03}" dt="2026-03-04T07:50:57.345" v="122" actId="1036"/>
          <ac:spMkLst>
            <pc:docMk/>
            <pc:sldMk cId="2653538201" sldId="2147479434"/>
            <ac:spMk id="11" creationId="{7E23E062-FBE2-0384-2805-7E8EFA12EBB8}"/>
          </ac:spMkLst>
        </pc:spChg>
      </pc:sldChg>
      <pc:sldChg chg="addSp delSp modSp add mod ord">
        <pc:chgData name="Bhose, Jayant (Cognizant)" userId="77c9cb2a-5789-4d7d-871c-9bf214130aa4" providerId="ADAL" clId="{BAF360E2-C938-46FE-BACC-DD2E6FDA8C03}" dt="2026-03-27T11:20:44.085" v="6139" actId="20577"/>
        <pc:sldMkLst>
          <pc:docMk/>
          <pc:sldMk cId="1104705161" sldId="2147479444"/>
        </pc:sldMkLst>
        <pc:spChg chg="mod">
          <ac:chgData name="Bhose, Jayant (Cognizant)" userId="77c9cb2a-5789-4d7d-871c-9bf214130aa4" providerId="ADAL" clId="{BAF360E2-C938-46FE-BACC-DD2E6FDA8C03}" dt="2026-03-27T10:32:47.487" v="5920" actId="108"/>
          <ac:spMkLst>
            <pc:docMk/>
            <pc:sldMk cId="1104705161" sldId="2147479444"/>
            <ac:spMk id="2" creationId="{7861BA5F-5015-45B5-D225-4F5EF3D7FF9D}"/>
          </ac:spMkLst>
        </pc:spChg>
        <pc:graphicFrameChg chg="add del mod modGraphic">
          <ac:chgData name="Bhose, Jayant (Cognizant)" userId="77c9cb2a-5789-4d7d-871c-9bf214130aa4" providerId="ADAL" clId="{BAF360E2-C938-46FE-BACC-DD2E6FDA8C03}" dt="2026-03-27T10:57:51.522" v="6134" actId="20577"/>
          <ac:graphicFrameMkLst>
            <pc:docMk/>
            <pc:sldMk cId="1104705161" sldId="2147479444"/>
            <ac:graphicFrameMk id="21" creationId="{E3835140-E3FB-16DB-9925-77F7E536FCAB}"/>
          </ac:graphicFrameMkLst>
        </pc:graphicFrameChg>
        <pc:graphicFrameChg chg="add mod modGraphic">
          <ac:chgData name="Bhose, Jayant (Cognizant)" userId="77c9cb2a-5789-4d7d-871c-9bf214130aa4" providerId="ADAL" clId="{BAF360E2-C938-46FE-BACC-DD2E6FDA8C03}" dt="2026-03-27T11:20:44.085" v="6139" actId="20577"/>
          <ac:graphicFrameMkLst>
            <pc:docMk/>
            <pc:sldMk cId="1104705161" sldId="2147479444"/>
            <ac:graphicFrameMk id="39" creationId="{FC0E17A8-6736-3F55-CD2D-2FAEED0A98DF}"/>
          </ac:graphicFrameMkLst>
        </pc:graphicFrameChg>
      </pc:sldChg>
      <pc:sldChg chg="addSp delSp modSp add mod">
        <pc:chgData name="Bhose, Jayant (Cognizant)" userId="77c9cb2a-5789-4d7d-871c-9bf214130aa4" providerId="ADAL" clId="{BAF360E2-C938-46FE-BACC-DD2E6FDA8C03}" dt="2026-03-27T11:54:23.787" v="6171" actId="20577"/>
        <pc:sldMkLst>
          <pc:docMk/>
          <pc:sldMk cId="2135955925" sldId="2147479446"/>
        </pc:sldMkLst>
        <pc:spChg chg="mod">
          <ac:chgData name="Bhose, Jayant (Cognizant)" userId="77c9cb2a-5789-4d7d-871c-9bf214130aa4" providerId="ADAL" clId="{BAF360E2-C938-46FE-BACC-DD2E6FDA8C03}" dt="2026-03-11T12:28:09.293" v="3750"/>
          <ac:spMkLst>
            <pc:docMk/>
            <pc:sldMk cId="2135955925" sldId="2147479446"/>
            <ac:spMk id="3" creationId="{DD89C55A-701E-63C3-A8CF-B244C34F4F58}"/>
          </ac:spMkLst>
        </pc:spChg>
        <pc:spChg chg="add mod">
          <ac:chgData name="Bhose, Jayant (Cognizant)" userId="77c9cb2a-5789-4d7d-871c-9bf214130aa4" providerId="ADAL" clId="{BAF360E2-C938-46FE-BACC-DD2E6FDA8C03}" dt="2026-03-11T12:45:23.309" v="4090" actId="1076"/>
          <ac:spMkLst>
            <pc:docMk/>
            <pc:sldMk cId="2135955925" sldId="2147479446"/>
            <ac:spMk id="4" creationId="{5F454FE7-2930-AAF1-C598-CA3E8B29EB81}"/>
          </ac:spMkLst>
        </pc:spChg>
        <pc:spChg chg="add mod">
          <ac:chgData name="Bhose, Jayant (Cognizant)" userId="77c9cb2a-5789-4d7d-871c-9bf214130aa4" providerId="ADAL" clId="{BAF360E2-C938-46FE-BACC-DD2E6FDA8C03}" dt="2026-03-11T12:45:23.309" v="4090" actId="1076"/>
          <ac:spMkLst>
            <pc:docMk/>
            <pc:sldMk cId="2135955925" sldId="2147479446"/>
            <ac:spMk id="5" creationId="{DB1F6EDB-6F10-D75E-DF99-DC22CD9415E4}"/>
          </ac:spMkLst>
        </pc:spChg>
        <pc:spChg chg="add mod">
          <ac:chgData name="Bhose, Jayant (Cognizant)" userId="77c9cb2a-5789-4d7d-871c-9bf214130aa4" providerId="ADAL" clId="{BAF360E2-C938-46FE-BACC-DD2E6FDA8C03}" dt="2026-03-26T09:53:35.300" v="5767" actId="1037"/>
          <ac:spMkLst>
            <pc:docMk/>
            <pc:sldMk cId="2135955925" sldId="2147479446"/>
            <ac:spMk id="7" creationId="{2CFF1347-500B-C34C-5F72-0D0922C5035C}"/>
          </ac:spMkLst>
        </pc:spChg>
        <pc:spChg chg="add mod">
          <ac:chgData name="Bhose, Jayant (Cognizant)" userId="77c9cb2a-5789-4d7d-871c-9bf214130aa4" providerId="ADAL" clId="{BAF360E2-C938-46FE-BACC-DD2E6FDA8C03}" dt="2026-03-11T12:45:23.309" v="4090" actId="1076"/>
          <ac:spMkLst>
            <pc:docMk/>
            <pc:sldMk cId="2135955925" sldId="2147479446"/>
            <ac:spMk id="8" creationId="{4727FBC7-BCDF-C1B1-D8F7-EE13DCFA70F2}"/>
          </ac:spMkLst>
        </pc:spChg>
        <pc:spChg chg="add mod">
          <ac:chgData name="Bhose, Jayant (Cognizant)" userId="77c9cb2a-5789-4d7d-871c-9bf214130aa4" providerId="ADAL" clId="{BAF360E2-C938-46FE-BACC-DD2E6FDA8C03}" dt="2026-03-11T12:45:23.309" v="4090" actId="1076"/>
          <ac:spMkLst>
            <pc:docMk/>
            <pc:sldMk cId="2135955925" sldId="2147479446"/>
            <ac:spMk id="9" creationId="{5DA628CB-743D-9B80-49F6-B3453C2AB85A}"/>
          </ac:spMkLst>
        </pc:spChg>
        <pc:spChg chg="add mod">
          <ac:chgData name="Bhose, Jayant (Cognizant)" userId="77c9cb2a-5789-4d7d-871c-9bf214130aa4" providerId="ADAL" clId="{BAF360E2-C938-46FE-BACC-DD2E6FDA8C03}" dt="2026-03-11T12:45:23.309" v="4090" actId="1076"/>
          <ac:spMkLst>
            <pc:docMk/>
            <pc:sldMk cId="2135955925" sldId="2147479446"/>
            <ac:spMk id="10" creationId="{693C446E-B33F-3C35-9190-66C300237AB1}"/>
          </ac:spMkLst>
        </pc:spChg>
        <pc:spChg chg="add mod">
          <ac:chgData name="Bhose, Jayant (Cognizant)" userId="77c9cb2a-5789-4d7d-871c-9bf214130aa4" providerId="ADAL" clId="{BAF360E2-C938-46FE-BACC-DD2E6FDA8C03}" dt="2026-03-27T11:54:23.787" v="6171" actId="20577"/>
          <ac:spMkLst>
            <pc:docMk/>
            <pc:sldMk cId="2135955925" sldId="2147479446"/>
            <ac:spMk id="29" creationId="{6643CBE1-055E-26AC-FC63-850C1E03D19F}"/>
          </ac:spMkLst>
        </pc:spChg>
        <pc:spChg chg="add mod">
          <ac:chgData name="Bhose, Jayant (Cognizant)" userId="77c9cb2a-5789-4d7d-871c-9bf214130aa4" providerId="ADAL" clId="{BAF360E2-C938-46FE-BACC-DD2E6FDA8C03}" dt="2026-03-27T11:54:10.006" v="6167" actId="20577"/>
          <ac:spMkLst>
            <pc:docMk/>
            <pc:sldMk cId="2135955925" sldId="2147479446"/>
            <ac:spMk id="31" creationId="{9E76B7F8-360D-422B-1BDF-DFDE06162043}"/>
          </ac:spMkLst>
        </pc:spChg>
        <pc:spChg chg="add mod">
          <ac:chgData name="Bhose, Jayant (Cognizant)" userId="77c9cb2a-5789-4d7d-871c-9bf214130aa4" providerId="ADAL" clId="{BAF360E2-C938-46FE-BACC-DD2E6FDA8C03}" dt="2026-03-26T09:53:12.120" v="5735" actId="1038"/>
          <ac:spMkLst>
            <pc:docMk/>
            <pc:sldMk cId="2135955925" sldId="2147479446"/>
            <ac:spMk id="50" creationId="{C0B67A13-9403-51FA-B55C-E3B0F0662C7E}"/>
          </ac:spMkLst>
        </pc:spChg>
        <pc:spChg chg="add mod">
          <ac:chgData name="Bhose, Jayant (Cognizant)" userId="77c9cb2a-5789-4d7d-871c-9bf214130aa4" providerId="ADAL" clId="{BAF360E2-C938-46FE-BACC-DD2E6FDA8C03}" dt="2026-03-26T09:53:41.684" v="5779" actId="1037"/>
          <ac:spMkLst>
            <pc:docMk/>
            <pc:sldMk cId="2135955925" sldId="2147479446"/>
            <ac:spMk id="67" creationId="{DCBA9B09-0D45-58DE-6A3E-C5731169441D}"/>
          </ac:spMkLst>
        </pc:spChg>
        <pc:spChg chg="add mod">
          <ac:chgData name="Bhose, Jayant (Cognizant)" userId="77c9cb2a-5789-4d7d-871c-9bf214130aa4" providerId="ADAL" clId="{BAF360E2-C938-46FE-BACC-DD2E6FDA8C03}" dt="2026-03-11T12:45:23.309" v="4090" actId="1076"/>
          <ac:spMkLst>
            <pc:docMk/>
            <pc:sldMk cId="2135955925" sldId="2147479446"/>
            <ac:spMk id="179" creationId="{C84F6EBE-42ED-1048-12AF-548E375B2AE4}"/>
          </ac:spMkLst>
        </pc:spChg>
        <pc:cxnChg chg="add mod">
          <ac:chgData name="Bhose, Jayant (Cognizant)" userId="77c9cb2a-5789-4d7d-871c-9bf214130aa4" providerId="ADAL" clId="{BAF360E2-C938-46FE-BACC-DD2E6FDA8C03}" dt="2026-03-11T12:25:07.012" v="3729" actId="1035"/>
          <ac:cxnSpMkLst>
            <pc:docMk/>
            <pc:sldMk cId="2135955925" sldId="2147479446"/>
            <ac:cxnSpMk id="12" creationId="{73B2BA04-78EE-F600-88AF-CF3C73AEDAAC}"/>
          </ac:cxnSpMkLst>
        </pc:cxnChg>
        <pc:cxnChg chg="add mod">
          <ac:chgData name="Bhose, Jayant (Cognizant)" userId="77c9cb2a-5789-4d7d-871c-9bf214130aa4" providerId="ADAL" clId="{BAF360E2-C938-46FE-BACC-DD2E6FDA8C03}" dt="2026-03-26T09:53:35.300" v="5767" actId="1037"/>
          <ac:cxnSpMkLst>
            <pc:docMk/>
            <pc:sldMk cId="2135955925" sldId="2147479446"/>
            <ac:cxnSpMk id="13" creationId="{DC3B3CC6-8B49-058D-409B-1C4F75063F6A}"/>
          </ac:cxnSpMkLst>
        </pc:cxnChg>
        <pc:cxnChg chg="add mod">
          <ac:chgData name="Bhose, Jayant (Cognizant)" userId="77c9cb2a-5789-4d7d-871c-9bf214130aa4" providerId="ADAL" clId="{BAF360E2-C938-46FE-BACC-DD2E6FDA8C03}" dt="2026-03-11T12:24:22.908" v="3640" actId="1035"/>
          <ac:cxnSpMkLst>
            <pc:docMk/>
            <pc:sldMk cId="2135955925" sldId="2147479446"/>
            <ac:cxnSpMk id="21" creationId="{8AE8F03B-2888-CDDB-575F-4655FD33A689}"/>
          </ac:cxnSpMkLst>
        </pc:cxnChg>
        <pc:cxnChg chg="add mod">
          <ac:chgData name="Bhose, Jayant (Cognizant)" userId="77c9cb2a-5789-4d7d-871c-9bf214130aa4" providerId="ADAL" clId="{BAF360E2-C938-46FE-BACC-DD2E6FDA8C03}" dt="2026-03-11T12:24:25.673" v="3650" actId="1035"/>
          <ac:cxnSpMkLst>
            <pc:docMk/>
            <pc:sldMk cId="2135955925" sldId="2147479446"/>
            <ac:cxnSpMk id="24" creationId="{69416D3B-63C6-C2C4-00AE-8F6B0FEB0E75}"/>
          </ac:cxnSpMkLst>
        </pc:cxnChg>
        <pc:cxnChg chg="add mod">
          <ac:chgData name="Bhose, Jayant (Cognizant)" userId="77c9cb2a-5789-4d7d-871c-9bf214130aa4" providerId="ADAL" clId="{BAF360E2-C938-46FE-BACC-DD2E6FDA8C03}" dt="2026-03-26T09:53:35.300" v="5767" actId="1037"/>
          <ac:cxnSpMkLst>
            <pc:docMk/>
            <pc:sldMk cId="2135955925" sldId="2147479446"/>
            <ac:cxnSpMk id="32" creationId="{327C584B-8C8B-D735-87F2-4C901E6DBF1E}"/>
          </ac:cxnSpMkLst>
        </pc:cxnChg>
        <pc:cxnChg chg="add mod">
          <ac:chgData name="Bhose, Jayant (Cognizant)" userId="77c9cb2a-5789-4d7d-871c-9bf214130aa4" providerId="ADAL" clId="{BAF360E2-C938-46FE-BACC-DD2E6FDA8C03}" dt="2026-03-11T12:36:26.263" v="3828" actId="14100"/>
          <ac:cxnSpMkLst>
            <pc:docMk/>
            <pc:sldMk cId="2135955925" sldId="2147479446"/>
            <ac:cxnSpMk id="35" creationId="{D0C1AFA4-CB2C-EB4E-B0EE-49EAD5F5327C}"/>
          </ac:cxnSpMkLst>
        </pc:cxnChg>
        <pc:cxnChg chg="add mod">
          <ac:chgData name="Bhose, Jayant (Cognizant)" userId="77c9cb2a-5789-4d7d-871c-9bf214130aa4" providerId="ADAL" clId="{BAF360E2-C938-46FE-BACC-DD2E6FDA8C03}" dt="2026-03-11T12:25:07.012" v="3729" actId="1035"/>
          <ac:cxnSpMkLst>
            <pc:docMk/>
            <pc:sldMk cId="2135955925" sldId="2147479446"/>
            <ac:cxnSpMk id="45" creationId="{49D7F753-5AD0-ACBA-4AAC-D056AEDD9978}"/>
          </ac:cxnSpMkLst>
        </pc:cxnChg>
        <pc:cxnChg chg="add mod">
          <ac:chgData name="Bhose, Jayant (Cognizant)" userId="77c9cb2a-5789-4d7d-871c-9bf214130aa4" providerId="ADAL" clId="{BAF360E2-C938-46FE-BACC-DD2E6FDA8C03}" dt="2026-03-26T09:53:12.120" v="5735" actId="1038"/>
          <ac:cxnSpMkLst>
            <pc:docMk/>
            <pc:sldMk cId="2135955925" sldId="2147479446"/>
            <ac:cxnSpMk id="51" creationId="{88A95FC6-C2DB-C861-B78A-740E803F6DE6}"/>
          </ac:cxnSpMkLst>
        </pc:cxnChg>
        <pc:cxnChg chg="add mod">
          <ac:chgData name="Bhose, Jayant (Cognizant)" userId="77c9cb2a-5789-4d7d-871c-9bf214130aa4" providerId="ADAL" clId="{BAF360E2-C938-46FE-BACC-DD2E6FDA8C03}" dt="2026-03-26T09:53:12.120" v="5735" actId="1038"/>
          <ac:cxnSpMkLst>
            <pc:docMk/>
            <pc:sldMk cId="2135955925" sldId="2147479446"/>
            <ac:cxnSpMk id="57" creationId="{AA1BD7D2-87D5-CB25-7220-75CC23C26ED5}"/>
          </ac:cxnSpMkLst>
        </pc:cxnChg>
        <pc:cxnChg chg="add mod">
          <ac:chgData name="Bhose, Jayant (Cognizant)" userId="77c9cb2a-5789-4d7d-871c-9bf214130aa4" providerId="ADAL" clId="{BAF360E2-C938-46FE-BACC-DD2E6FDA8C03}" dt="2026-03-11T12:25:07.012" v="3729" actId="1035"/>
          <ac:cxnSpMkLst>
            <pc:docMk/>
            <pc:sldMk cId="2135955925" sldId="2147479446"/>
            <ac:cxnSpMk id="175" creationId="{A6CB385E-1977-7907-0254-CFD0998F8B79}"/>
          </ac:cxnSpMkLst>
        </pc:cxnChg>
        <pc:cxnChg chg="add mod">
          <ac:chgData name="Bhose, Jayant (Cognizant)" userId="77c9cb2a-5789-4d7d-871c-9bf214130aa4" providerId="ADAL" clId="{BAF360E2-C938-46FE-BACC-DD2E6FDA8C03}" dt="2026-03-11T12:24:57.162" v="3715" actId="1036"/>
          <ac:cxnSpMkLst>
            <pc:docMk/>
            <pc:sldMk cId="2135955925" sldId="2147479446"/>
            <ac:cxnSpMk id="183" creationId="{0E4C1BA0-03E7-A087-46E0-6DA5D9A38A9C}"/>
          </ac:cxnSpMkLst>
        </pc:cxnChg>
        <pc:cxnChg chg="add mod">
          <ac:chgData name="Bhose, Jayant (Cognizant)" userId="77c9cb2a-5789-4d7d-871c-9bf214130aa4" providerId="ADAL" clId="{BAF360E2-C938-46FE-BACC-DD2E6FDA8C03}" dt="2026-03-26T09:53:41.684" v="5779" actId="1037"/>
          <ac:cxnSpMkLst>
            <pc:docMk/>
            <pc:sldMk cId="2135955925" sldId="2147479446"/>
            <ac:cxnSpMk id="186" creationId="{65B84D90-CE57-9754-AEEE-7E0AAA3E789E}"/>
          </ac:cxnSpMkLst>
        </pc:cxnChg>
      </pc:sldChg>
      <pc:sldChg chg="addSp modSp add mod">
        <pc:chgData name="Bhose, Jayant (Cognizant)" userId="77c9cb2a-5789-4d7d-871c-9bf214130aa4" providerId="ADAL" clId="{BAF360E2-C938-46FE-BACC-DD2E6FDA8C03}" dt="2026-03-27T10:32:34.442" v="5918" actId="20577"/>
        <pc:sldMkLst>
          <pc:docMk/>
          <pc:sldMk cId="785173159" sldId="2147479447"/>
        </pc:sldMkLst>
        <pc:spChg chg="add mod">
          <ac:chgData name="Bhose, Jayant (Cognizant)" userId="77c9cb2a-5789-4d7d-871c-9bf214130aa4" providerId="ADAL" clId="{BAF360E2-C938-46FE-BACC-DD2E6FDA8C03}" dt="2026-03-09T11:43:55.191" v="1426" actId="14100"/>
          <ac:spMkLst>
            <pc:docMk/>
            <pc:sldMk cId="785173159" sldId="2147479447"/>
            <ac:spMk id="3" creationId="{3B1F32F6-5636-38E5-C7A7-0445B20F24E7}"/>
          </ac:spMkLst>
        </pc:spChg>
        <pc:spChg chg="mod">
          <ac:chgData name="Bhose, Jayant (Cognizant)" userId="77c9cb2a-5789-4d7d-871c-9bf214130aa4" providerId="ADAL" clId="{BAF360E2-C938-46FE-BACC-DD2E6FDA8C03}" dt="2026-03-27T10:32:34.442" v="5918" actId="20577"/>
          <ac:spMkLst>
            <pc:docMk/>
            <pc:sldMk cId="785173159" sldId="2147479447"/>
            <ac:spMk id="7" creationId="{49FB22B3-800C-09DB-D615-93C07C95EF4A}"/>
          </ac:spMkLst>
        </pc:spChg>
      </pc:sldChg>
      <pc:sldChg chg="modSp add mod">
        <pc:chgData name="Bhose, Jayant (Cognizant)" userId="77c9cb2a-5789-4d7d-871c-9bf214130aa4" providerId="ADAL" clId="{BAF360E2-C938-46FE-BACC-DD2E6FDA8C03}" dt="2026-03-26T10:33:06.884" v="5862" actId="15"/>
        <pc:sldMkLst>
          <pc:docMk/>
          <pc:sldMk cId="150507006" sldId="2147479448"/>
        </pc:sldMkLst>
        <pc:spChg chg="mod">
          <ac:chgData name="Bhose, Jayant (Cognizant)" userId="77c9cb2a-5789-4d7d-871c-9bf214130aa4" providerId="ADAL" clId="{BAF360E2-C938-46FE-BACC-DD2E6FDA8C03}" dt="2026-03-26T10:33:06.884" v="5862" actId="15"/>
          <ac:spMkLst>
            <pc:docMk/>
            <pc:sldMk cId="150507006" sldId="2147479448"/>
            <ac:spMk id="3" creationId="{75C41231-C0A9-02D8-D115-769192ED15A1}"/>
          </ac:spMkLst>
        </pc:spChg>
        <pc:spChg chg="mod">
          <ac:chgData name="Bhose, Jayant (Cognizant)" userId="77c9cb2a-5789-4d7d-871c-9bf214130aa4" providerId="ADAL" clId="{BAF360E2-C938-46FE-BACC-DD2E6FDA8C03}" dt="2026-03-09T11:41:05.628" v="1354" actId="20577"/>
          <ac:spMkLst>
            <pc:docMk/>
            <pc:sldMk cId="150507006" sldId="2147479448"/>
            <ac:spMk id="7" creationId="{D0843161-5580-D399-F106-498C4D5D63F8}"/>
          </ac:spMkLst>
        </pc:spChg>
      </pc:sldChg>
      <pc:sldChg chg="addSp delSp modSp add mod">
        <pc:chgData name="Bhose, Jayant (Cognizant)" userId="77c9cb2a-5789-4d7d-871c-9bf214130aa4" providerId="ADAL" clId="{BAF360E2-C938-46FE-BACC-DD2E6FDA8C03}" dt="2026-03-31T06:49:43.697" v="6174" actId="20577"/>
        <pc:sldMkLst>
          <pc:docMk/>
          <pc:sldMk cId="823629463" sldId="2147479449"/>
        </pc:sldMkLst>
        <pc:spChg chg="mod">
          <ac:chgData name="Bhose, Jayant (Cognizant)" userId="77c9cb2a-5789-4d7d-871c-9bf214130aa4" providerId="ADAL" clId="{BAF360E2-C938-46FE-BACC-DD2E6FDA8C03}" dt="2026-03-09T11:47:32.389" v="1440" actId="20577"/>
          <ac:spMkLst>
            <pc:docMk/>
            <pc:sldMk cId="823629463" sldId="2147479449"/>
            <ac:spMk id="2" creationId="{C8493EA8-27F0-6124-0F5F-F0C4B9F63E26}"/>
          </ac:spMkLst>
        </pc:spChg>
        <pc:spChg chg="add mod">
          <ac:chgData name="Bhose, Jayant (Cognizant)" userId="77c9cb2a-5789-4d7d-871c-9bf214130aa4" providerId="ADAL" clId="{BAF360E2-C938-46FE-BACC-DD2E6FDA8C03}" dt="2026-03-31T06:49:43.697" v="6174" actId="20577"/>
          <ac:spMkLst>
            <pc:docMk/>
            <pc:sldMk cId="823629463" sldId="2147479449"/>
            <ac:spMk id="3" creationId="{6CF125D5-A7C3-4CBC-7B3E-A001787EA6A7}"/>
          </ac:spMkLst>
        </pc:spChg>
        <pc:spChg chg="add mod">
          <ac:chgData name="Bhose, Jayant (Cognizant)" userId="77c9cb2a-5789-4d7d-871c-9bf214130aa4" providerId="ADAL" clId="{BAF360E2-C938-46FE-BACC-DD2E6FDA8C03}" dt="2026-03-12T10:46:25.523" v="4369" actId="14100"/>
          <ac:spMkLst>
            <pc:docMk/>
            <pc:sldMk cId="823629463" sldId="2147479449"/>
            <ac:spMk id="6" creationId="{A412C159-71FF-5FDA-1C20-51F37B0BEB57}"/>
          </ac:spMkLst>
        </pc:spChg>
        <pc:spChg chg="add mod">
          <ac:chgData name="Bhose, Jayant (Cognizant)" userId="77c9cb2a-5789-4d7d-871c-9bf214130aa4" providerId="ADAL" clId="{BAF360E2-C938-46FE-BACC-DD2E6FDA8C03}" dt="2026-03-12T10:49:01.322" v="4385" actId="20577"/>
          <ac:spMkLst>
            <pc:docMk/>
            <pc:sldMk cId="823629463" sldId="2147479449"/>
            <ac:spMk id="8" creationId="{D1D30E05-102D-0FE5-87AE-A0163EAA63BF}"/>
          </ac:spMkLst>
        </pc:spChg>
        <pc:spChg chg="add mod">
          <ac:chgData name="Bhose, Jayant (Cognizant)" userId="77c9cb2a-5789-4d7d-871c-9bf214130aa4" providerId="ADAL" clId="{BAF360E2-C938-46FE-BACC-DD2E6FDA8C03}" dt="2026-03-27T11:36:34.721" v="6145" actId="20577"/>
          <ac:spMkLst>
            <pc:docMk/>
            <pc:sldMk cId="823629463" sldId="2147479449"/>
            <ac:spMk id="9" creationId="{42737610-BFE5-11B2-DE6B-A453C6948676}"/>
          </ac:spMkLst>
        </pc:spChg>
        <pc:spChg chg="add mod">
          <ac:chgData name="Bhose, Jayant (Cognizant)" userId="77c9cb2a-5789-4d7d-871c-9bf214130aa4" providerId="ADAL" clId="{BAF360E2-C938-46FE-BACC-DD2E6FDA8C03}" dt="2026-03-27T11:47:40.430" v="6166" actId="20577"/>
          <ac:spMkLst>
            <pc:docMk/>
            <pc:sldMk cId="823629463" sldId="2147479449"/>
            <ac:spMk id="10" creationId="{45E0F1B0-A28D-0B32-94D9-06AE986EC774}"/>
          </ac:spMkLst>
        </pc:spChg>
        <pc:spChg chg="add mod">
          <ac:chgData name="Bhose, Jayant (Cognizant)" userId="77c9cb2a-5789-4d7d-871c-9bf214130aa4" providerId="ADAL" clId="{BAF360E2-C938-46FE-BACC-DD2E6FDA8C03}" dt="2026-03-12T10:49:25.725" v="4391" actId="113"/>
          <ac:spMkLst>
            <pc:docMk/>
            <pc:sldMk cId="823629463" sldId="2147479449"/>
            <ac:spMk id="11" creationId="{11B4A111-D1DF-C37F-45EB-331C85514C40}"/>
          </ac:spMkLst>
        </pc:spChg>
        <pc:spChg chg="add mod">
          <ac:chgData name="Bhose, Jayant (Cognizant)" userId="77c9cb2a-5789-4d7d-871c-9bf214130aa4" providerId="ADAL" clId="{BAF360E2-C938-46FE-BACC-DD2E6FDA8C03}" dt="2026-03-12T10:49:31.857" v="4392" actId="20577"/>
          <ac:spMkLst>
            <pc:docMk/>
            <pc:sldMk cId="823629463" sldId="2147479449"/>
            <ac:spMk id="12" creationId="{08061C28-2AD5-337F-3FF0-822B5ED18F8B}"/>
          </ac:spMkLst>
        </pc:spChg>
        <pc:spChg chg="add mod">
          <ac:chgData name="Bhose, Jayant (Cognizant)" userId="77c9cb2a-5789-4d7d-871c-9bf214130aa4" providerId="ADAL" clId="{BAF360E2-C938-46FE-BACC-DD2E6FDA8C03}" dt="2026-03-12T10:46:54.382" v="4375" actId="1076"/>
          <ac:spMkLst>
            <pc:docMk/>
            <pc:sldMk cId="823629463" sldId="2147479449"/>
            <ac:spMk id="13" creationId="{B515DFB6-F029-4492-385C-573CF2AECD33}"/>
          </ac:spMkLst>
        </pc:spChg>
        <pc:cxnChg chg="add mod">
          <ac:chgData name="Bhose, Jayant (Cognizant)" userId="77c9cb2a-5789-4d7d-871c-9bf214130aa4" providerId="ADAL" clId="{BAF360E2-C938-46FE-BACC-DD2E6FDA8C03}" dt="2026-03-12T10:46:25.523" v="4369" actId="14100"/>
          <ac:cxnSpMkLst>
            <pc:docMk/>
            <pc:sldMk cId="823629463" sldId="2147479449"/>
            <ac:cxnSpMk id="14" creationId="{1F87A32F-E886-F82A-A80E-D261B801449C}"/>
          </ac:cxnSpMkLst>
        </pc:cxnChg>
        <pc:cxnChg chg="add mod">
          <ac:chgData name="Bhose, Jayant (Cognizant)" userId="77c9cb2a-5789-4d7d-871c-9bf214130aa4" providerId="ADAL" clId="{BAF360E2-C938-46FE-BACC-DD2E6FDA8C03}" dt="2026-03-12T10:46:20.176" v="4368" actId="14100"/>
          <ac:cxnSpMkLst>
            <pc:docMk/>
            <pc:sldMk cId="823629463" sldId="2147479449"/>
            <ac:cxnSpMk id="17" creationId="{D612DD40-292A-13A6-E580-8437BBFE7DEC}"/>
          </ac:cxnSpMkLst>
        </pc:cxnChg>
        <pc:cxnChg chg="add mod">
          <ac:chgData name="Bhose, Jayant (Cognizant)" userId="77c9cb2a-5789-4d7d-871c-9bf214130aa4" providerId="ADAL" clId="{BAF360E2-C938-46FE-BACC-DD2E6FDA8C03}" dt="2026-03-12T10:47:13.962" v="4384" actId="1076"/>
          <ac:cxnSpMkLst>
            <pc:docMk/>
            <pc:sldMk cId="823629463" sldId="2147479449"/>
            <ac:cxnSpMk id="20" creationId="{A6BF7754-176F-33A5-4031-EAF1FB95E85D}"/>
          </ac:cxnSpMkLst>
        </pc:cxnChg>
        <pc:cxnChg chg="add mod">
          <ac:chgData name="Bhose, Jayant (Cognizant)" userId="77c9cb2a-5789-4d7d-871c-9bf214130aa4" providerId="ADAL" clId="{BAF360E2-C938-46FE-BACC-DD2E6FDA8C03}" dt="2026-03-12T10:47:13.962" v="4384" actId="1076"/>
          <ac:cxnSpMkLst>
            <pc:docMk/>
            <pc:sldMk cId="823629463" sldId="2147479449"/>
            <ac:cxnSpMk id="24" creationId="{DEAEED68-A29B-E36E-3DE0-3645F15A437C}"/>
          </ac:cxnSpMkLst>
        </pc:cxnChg>
        <pc:cxnChg chg="add mod">
          <ac:chgData name="Bhose, Jayant (Cognizant)" userId="77c9cb2a-5789-4d7d-871c-9bf214130aa4" providerId="ADAL" clId="{BAF360E2-C938-46FE-BACC-DD2E6FDA8C03}" dt="2026-03-12T10:47:13.962" v="4384" actId="1076"/>
          <ac:cxnSpMkLst>
            <pc:docMk/>
            <pc:sldMk cId="823629463" sldId="2147479449"/>
            <ac:cxnSpMk id="28" creationId="{7ECDD22A-46DA-6D52-D79A-ECECF1A40C74}"/>
          </ac:cxnSpMkLst>
        </pc:cxnChg>
        <pc:cxnChg chg="add mod">
          <ac:chgData name="Bhose, Jayant (Cognizant)" userId="77c9cb2a-5789-4d7d-871c-9bf214130aa4" providerId="ADAL" clId="{BAF360E2-C938-46FE-BACC-DD2E6FDA8C03}" dt="2026-03-12T10:47:13.962" v="4384" actId="1076"/>
          <ac:cxnSpMkLst>
            <pc:docMk/>
            <pc:sldMk cId="823629463" sldId="2147479449"/>
            <ac:cxnSpMk id="31" creationId="{6D691094-17D2-983B-DCD6-CAEFCEFE77EE}"/>
          </ac:cxnSpMkLst>
        </pc:cxnChg>
      </pc:sldChg>
      <pc:sldChg chg="addSp delSp modSp add mod">
        <pc:chgData name="Bhose, Jayant (Cognizant)" userId="77c9cb2a-5789-4d7d-871c-9bf214130aa4" providerId="ADAL" clId="{BAF360E2-C938-46FE-BACC-DD2E6FDA8C03}" dt="2026-03-26T09:56:24.841" v="5860" actId="1037"/>
        <pc:sldMkLst>
          <pc:docMk/>
          <pc:sldMk cId="3048021705" sldId="2147479450"/>
        </pc:sldMkLst>
        <pc:spChg chg="mod">
          <ac:chgData name="Bhose, Jayant (Cognizant)" userId="77c9cb2a-5789-4d7d-871c-9bf214130aa4" providerId="ADAL" clId="{BAF360E2-C938-46FE-BACC-DD2E6FDA8C03}" dt="2026-03-11T12:43:54.838" v="4075" actId="1076"/>
          <ac:spMkLst>
            <pc:docMk/>
            <pc:sldMk cId="3048021705" sldId="2147479450"/>
            <ac:spMk id="3" creationId="{C5FF3B0D-30F4-8AB6-99A6-FD0113472997}"/>
          </ac:spMkLst>
        </pc:spChg>
        <pc:spChg chg="mod">
          <ac:chgData name="Bhose, Jayant (Cognizant)" userId="77c9cb2a-5789-4d7d-871c-9bf214130aa4" providerId="ADAL" clId="{BAF360E2-C938-46FE-BACC-DD2E6FDA8C03}" dt="2026-03-11T12:46:08.808" v="4109" actId="255"/>
          <ac:spMkLst>
            <pc:docMk/>
            <pc:sldMk cId="3048021705" sldId="2147479450"/>
            <ac:spMk id="4" creationId="{64E1FC95-5787-5383-2341-AA3D02D4E84F}"/>
          </ac:spMkLst>
        </pc:spChg>
        <pc:spChg chg="mod">
          <ac:chgData name="Bhose, Jayant (Cognizant)" userId="77c9cb2a-5789-4d7d-871c-9bf214130aa4" providerId="ADAL" clId="{BAF360E2-C938-46FE-BACC-DD2E6FDA8C03}" dt="2026-03-12T11:04:14.314" v="4421" actId="20577"/>
          <ac:spMkLst>
            <pc:docMk/>
            <pc:sldMk cId="3048021705" sldId="2147479450"/>
            <ac:spMk id="7" creationId="{CFC61B68-2D19-A574-67C2-37F263D0F39B}"/>
          </ac:spMkLst>
        </pc:spChg>
        <pc:spChg chg="add mod">
          <ac:chgData name="Bhose, Jayant (Cognizant)" userId="77c9cb2a-5789-4d7d-871c-9bf214130aa4" providerId="ADAL" clId="{BAF360E2-C938-46FE-BACC-DD2E6FDA8C03}" dt="2026-03-26T09:56:17.979" v="5851" actId="1038"/>
          <ac:spMkLst>
            <pc:docMk/>
            <pc:sldMk cId="3048021705" sldId="2147479450"/>
            <ac:spMk id="8" creationId="{F032FCAA-366C-E11A-5935-E193F8633628}"/>
          </ac:spMkLst>
        </pc:spChg>
        <pc:spChg chg="add mod">
          <ac:chgData name="Bhose, Jayant (Cognizant)" userId="77c9cb2a-5789-4d7d-871c-9bf214130aa4" providerId="ADAL" clId="{BAF360E2-C938-46FE-BACC-DD2E6FDA8C03}" dt="2026-03-26T09:54:58.970" v="5791" actId="1076"/>
          <ac:spMkLst>
            <pc:docMk/>
            <pc:sldMk cId="3048021705" sldId="2147479450"/>
            <ac:spMk id="9" creationId="{566672FF-567F-52CE-302E-7074CDAAFCF1}"/>
          </ac:spMkLst>
        </pc:spChg>
        <pc:spChg chg="add mod">
          <ac:chgData name="Bhose, Jayant (Cognizant)" userId="77c9cb2a-5789-4d7d-871c-9bf214130aa4" providerId="ADAL" clId="{BAF360E2-C938-46FE-BACC-DD2E6FDA8C03}" dt="2026-03-11T12:44:45.527" v="4077" actId="1076"/>
          <ac:spMkLst>
            <pc:docMk/>
            <pc:sldMk cId="3048021705" sldId="2147479450"/>
            <ac:spMk id="10" creationId="{07C0DB1E-AFF1-CD93-12F3-297B37D3A300}"/>
          </ac:spMkLst>
        </pc:spChg>
        <pc:spChg chg="add mod">
          <ac:chgData name="Bhose, Jayant (Cognizant)" userId="77c9cb2a-5789-4d7d-871c-9bf214130aa4" providerId="ADAL" clId="{BAF360E2-C938-46FE-BACC-DD2E6FDA8C03}" dt="2026-03-26T09:56:24.841" v="5860" actId="1037"/>
          <ac:spMkLst>
            <pc:docMk/>
            <pc:sldMk cId="3048021705" sldId="2147479450"/>
            <ac:spMk id="11" creationId="{6DA90964-A7FF-500A-7180-79883BB0F3CB}"/>
          </ac:spMkLst>
        </pc:spChg>
        <pc:spChg chg="add mod">
          <ac:chgData name="Bhose, Jayant (Cognizant)" userId="77c9cb2a-5789-4d7d-871c-9bf214130aa4" providerId="ADAL" clId="{BAF360E2-C938-46FE-BACC-DD2E6FDA8C03}" dt="2026-03-26T09:56:24.841" v="5860" actId="1037"/>
          <ac:spMkLst>
            <pc:docMk/>
            <pc:sldMk cId="3048021705" sldId="2147479450"/>
            <ac:spMk id="12" creationId="{F6F338DF-FEBB-E10F-3A4A-A7F47E5A711B}"/>
          </ac:spMkLst>
        </pc:spChg>
        <pc:spChg chg="add mod">
          <ac:chgData name="Bhose, Jayant (Cognizant)" userId="77c9cb2a-5789-4d7d-871c-9bf214130aa4" providerId="ADAL" clId="{BAF360E2-C938-46FE-BACC-DD2E6FDA8C03}" dt="2026-03-26T09:56:24.841" v="5860" actId="1037"/>
          <ac:spMkLst>
            <pc:docMk/>
            <pc:sldMk cId="3048021705" sldId="2147479450"/>
            <ac:spMk id="13" creationId="{9D89F6E4-300F-025A-BB37-B5332001EF33}"/>
          </ac:spMkLst>
        </pc:spChg>
        <pc:spChg chg="add mod">
          <ac:chgData name="Bhose, Jayant (Cognizant)" userId="77c9cb2a-5789-4d7d-871c-9bf214130aa4" providerId="ADAL" clId="{BAF360E2-C938-46FE-BACC-DD2E6FDA8C03}" dt="2026-03-26T09:56:17.979" v="5851" actId="1038"/>
          <ac:spMkLst>
            <pc:docMk/>
            <pc:sldMk cId="3048021705" sldId="2147479450"/>
            <ac:spMk id="14" creationId="{BAB39984-982F-1CA8-A845-1B33D08E32A3}"/>
          </ac:spMkLst>
        </pc:spChg>
        <pc:spChg chg="add mod">
          <ac:chgData name="Bhose, Jayant (Cognizant)" userId="77c9cb2a-5789-4d7d-871c-9bf214130aa4" providerId="ADAL" clId="{BAF360E2-C938-46FE-BACC-DD2E6FDA8C03}" dt="2026-03-11T12:44:45.527" v="4077" actId="1076"/>
          <ac:spMkLst>
            <pc:docMk/>
            <pc:sldMk cId="3048021705" sldId="2147479450"/>
            <ac:spMk id="15" creationId="{A2F571BB-6782-D4C5-9565-66D1636E8507}"/>
          </ac:spMkLst>
        </pc:spChg>
        <pc:spChg chg="add mod">
          <ac:chgData name="Bhose, Jayant (Cognizant)" userId="77c9cb2a-5789-4d7d-871c-9bf214130aa4" providerId="ADAL" clId="{BAF360E2-C938-46FE-BACC-DD2E6FDA8C03}" dt="2026-03-26T09:55:39.014" v="5825" actId="1035"/>
          <ac:spMkLst>
            <pc:docMk/>
            <pc:sldMk cId="3048021705" sldId="2147479450"/>
            <ac:spMk id="16" creationId="{054F1EBF-0689-714D-C217-194BE33F1A7D}"/>
          </ac:spMkLst>
        </pc:spChg>
        <pc:cxnChg chg="mod">
          <ac:chgData name="Bhose, Jayant (Cognizant)" userId="77c9cb2a-5789-4d7d-871c-9bf214130aa4" providerId="ADAL" clId="{BAF360E2-C938-46FE-BACC-DD2E6FDA8C03}" dt="2026-03-26T09:56:17.979" v="5851" actId="1038"/>
          <ac:cxnSpMkLst>
            <pc:docMk/>
            <pc:sldMk cId="3048021705" sldId="2147479450"/>
            <ac:cxnSpMk id="17" creationId="{EE9B87DD-C984-2050-A0F3-16F460633116}"/>
          </ac:cxnSpMkLst>
        </pc:cxnChg>
        <pc:cxnChg chg="mod">
          <ac:chgData name="Bhose, Jayant (Cognizant)" userId="77c9cb2a-5789-4d7d-871c-9bf214130aa4" providerId="ADAL" clId="{BAF360E2-C938-46FE-BACC-DD2E6FDA8C03}" dt="2026-03-26T09:56:24.841" v="5860" actId="1037"/>
          <ac:cxnSpMkLst>
            <pc:docMk/>
            <pc:sldMk cId="3048021705" sldId="2147479450"/>
            <ac:cxnSpMk id="18" creationId="{264CC780-36C5-A1BF-FECF-00BAAA109344}"/>
          </ac:cxnSpMkLst>
        </pc:cxnChg>
        <pc:cxnChg chg="mod">
          <ac:chgData name="Bhose, Jayant (Cognizant)" userId="77c9cb2a-5789-4d7d-871c-9bf214130aa4" providerId="ADAL" clId="{BAF360E2-C938-46FE-BACC-DD2E6FDA8C03}" dt="2026-03-26T09:55:10.313" v="5793" actId="14100"/>
          <ac:cxnSpMkLst>
            <pc:docMk/>
            <pc:sldMk cId="3048021705" sldId="2147479450"/>
            <ac:cxnSpMk id="19" creationId="{17C63CFC-91CD-4BFD-C405-C86BFF19910B}"/>
          </ac:cxnSpMkLst>
        </pc:cxnChg>
        <pc:cxnChg chg="mod">
          <ac:chgData name="Bhose, Jayant (Cognizant)" userId="77c9cb2a-5789-4d7d-871c-9bf214130aa4" providerId="ADAL" clId="{BAF360E2-C938-46FE-BACC-DD2E6FDA8C03}" dt="2026-03-26T09:56:17.979" v="5851" actId="1038"/>
          <ac:cxnSpMkLst>
            <pc:docMk/>
            <pc:sldMk cId="3048021705" sldId="2147479450"/>
            <ac:cxnSpMk id="20" creationId="{EB6B9083-ADAD-9F2E-E0E8-16AF41B07CE0}"/>
          </ac:cxnSpMkLst>
        </pc:cxnChg>
        <pc:cxnChg chg="mod">
          <ac:chgData name="Bhose, Jayant (Cognizant)" userId="77c9cb2a-5789-4d7d-871c-9bf214130aa4" providerId="ADAL" clId="{BAF360E2-C938-46FE-BACC-DD2E6FDA8C03}" dt="2026-03-26T09:56:17.979" v="5851" actId="1038"/>
          <ac:cxnSpMkLst>
            <pc:docMk/>
            <pc:sldMk cId="3048021705" sldId="2147479450"/>
            <ac:cxnSpMk id="21" creationId="{56A1205D-54DB-4BB6-5ABA-A914EDE21D62}"/>
          </ac:cxnSpMkLst>
        </pc:cxnChg>
        <pc:cxnChg chg="mod">
          <ac:chgData name="Bhose, Jayant (Cognizant)" userId="77c9cb2a-5789-4d7d-871c-9bf214130aa4" providerId="ADAL" clId="{BAF360E2-C938-46FE-BACC-DD2E6FDA8C03}" dt="2026-03-26T09:56:24.841" v="5860" actId="1037"/>
          <ac:cxnSpMkLst>
            <pc:docMk/>
            <pc:sldMk cId="3048021705" sldId="2147479450"/>
            <ac:cxnSpMk id="22" creationId="{7EACD45C-0B14-7286-6B54-41B6479D7CDE}"/>
          </ac:cxnSpMkLst>
        </pc:cxnChg>
        <pc:cxnChg chg="mod">
          <ac:chgData name="Bhose, Jayant (Cognizant)" userId="77c9cb2a-5789-4d7d-871c-9bf214130aa4" providerId="ADAL" clId="{BAF360E2-C938-46FE-BACC-DD2E6FDA8C03}" dt="2026-03-26T09:56:24.841" v="5860" actId="1037"/>
          <ac:cxnSpMkLst>
            <pc:docMk/>
            <pc:sldMk cId="3048021705" sldId="2147479450"/>
            <ac:cxnSpMk id="23" creationId="{7C9872EE-BB93-92BD-B42D-76E49E50A473}"/>
          </ac:cxnSpMkLst>
        </pc:cxnChg>
        <pc:cxnChg chg="add mod">
          <ac:chgData name="Bhose, Jayant (Cognizant)" userId="77c9cb2a-5789-4d7d-871c-9bf214130aa4" providerId="ADAL" clId="{BAF360E2-C938-46FE-BACC-DD2E6FDA8C03}" dt="2026-03-26T09:56:24.841" v="5860" actId="1037"/>
          <ac:cxnSpMkLst>
            <pc:docMk/>
            <pc:sldMk cId="3048021705" sldId="2147479450"/>
            <ac:cxnSpMk id="24" creationId="{D082BEC0-FBDC-2A40-24DE-DCD8E169ACAC}"/>
          </ac:cxnSpMkLst>
        </pc:cxnChg>
        <pc:cxnChg chg="mod">
          <ac:chgData name="Bhose, Jayant (Cognizant)" userId="77c9cb2a-5789-4d7d-871c-9bf214130aa4" providerId="ADAL" clId="{BAF360E2-C938-46FE-BACC-DD2E6FDA8C03}" dt="2026-03-12T11:02:09.832" v="4407" actId="14100"/>
          <ac:cxnSpMkLst>
            <pc:docMk/>
            <pc:sldMk cId="3048021705" sldId="2147479450"/>
            <ac:cxnSpMk id="25" creationId="{D5CE4446-A562-60B4-83A9-F30E6577F8A4}"/>
          </ac:cxnSpMkLst>
        </pc:cxnChg>
        <pc:cxnChg chg="mod">
          <ac:chgData name="Bhose, Jayant (Cognizant)" userId="77c9cb2a-5789-4d7d-871c-9bf214130aa4" providerId="ADAL" clId="{BAF360E2-C938-46FE-BACC-DD2E6FDA8C03}" dt="2026-03-26T09:55:39.014" v="5825" actId="1035"/>
          <ac:cxnSpMkLst>
            <pc:docMk/>
            <pc:sldMk cId="3048021705" sldId="2147479450"/>
            <ac:cxnSpMk id="26" creationId="{D8AA4A0F-C157-E53C-336B-1422A2ADFF67}"/>
          </ac:cxnSpMkLst>
        </pc:cxnChg>
        <pc:cxnChg chg="mod">
          <ac:chgData name="Bhose, Jayant (Cognizant)" userId="77c9cb2a-5789-4d7d-871c-9bf214130aa4" providerId="ADAL" clId="{BAF360E2-C938-46FE-BACC-DD2E6FDA8C03}" dt="2026-03-26T09:55:13.411" v="5794" actId="14100"/>
          <ac:cxnSpMkLst>
            <pc:docMk/>
            <pc:sldMk cId="3048021705" sldId="2147479450"/>
            <ac:cxnSpMk id="27" creationId="{2DD7C21F-DCDE-0BA1-5BF8-BF75F4AB4777}"/>
          </ac:cxnSpMkLst>
        </pc:cxnChg>
        <pc:cxnChg chg="mod">
          <ac:chgData name="Bhose, Jayant (Cognizant)" userId="77c9cb2a-5789-4d7d-871c-9bf214130aa4" providerId="ADAL" clId="{BAF360E2-C938-46FE-BACC-DD2E6FDA8C03}" dt="2026-03-26T09:56:17.979" v="5851" actId="1038"/>
          <ac:cxnSpMkLst>
            <pc:docMk/>
            <pc:sldMk cId="3048021705" sldId="2147479450"/>
            <ac:cxnSpMk id="28" creationId="{5B197281-A46C-5F72-DB08-7406AF93125C}"/>
          </ac:cxnSpMkLst>
        </pc:cxnChg>
      </pc:sldChg>
      <pc:sldChg chg="modSp add del mod">
        <pc:chgData name="Bhose, Jayant (Cognizant)" userId="77c9cb2a-5789-4d7d-871c-9bf214130aa4" providerId="ADAL" clId="{BAF360E2-C938-46FE-BACC-DD2E6FDA8C03}" dt="2026-03-31T06:49:31.456" v="6172" actId="47"/>
        <pc:sldMkLst>
          <pc:docMk/>
          <pc:sldMk cId="506737678" sldId="2147479452"/>
        </pc:sldMkLst>
      </pc:sldChg>
      <pc:sldChg chg="addSp delSp modSp add del mod">
        <pc:chgData name="Bhose, Jayant (Cognizant)" userId="77c9cb2a-5789-4d7d-871c-9bf214130aa4" providerId="ADAL" clId="{BAF360E2-C938-46FE-BACC-DD2E6FDA8C03}" dt="2026-03-31T06:49:31.456" v="6172" actId="47"/>
        <pc:sldMkLst>
          <pc:docMk/>
          <pc:sldMk cId="2401596140" sldId="2147479453"/>
        </pc:sldMkLst>
      </pc:sldChg>
      <pc:sldChg chg="addSp delSp modSp add del mod">
        <pc:chgData name="Bhose, Jayant (Cognizant)" userId="77c9cb2a-5789-4d7d-871c-9bf214130aa4" providerId="ADAL" clId="{BAF360E2-C938-46FE-BACC-DD2E6FDA8C03}" dt="2026-03-31T06:49:31.456" v="6172" actId="47"/>
        <pc:sldMkLst>
          <pc:docMk/>
          <pc:sldMk cId="3362442232" sldId="2147479454"/>
        </pc:sldMkLst>
      </pc:sldChg>
      <pc:sldChg chg="addSp delSp modSp add del mod">
        <pc:chgData name="Bhose, Jayant (Cognizant)" userId="77c9cb2a-5789-4d7d-871c-9bf214130aa4" providerId="ADAL" clId="{BAF360E2-C938-46FE-BACC-DD2E6FDA8C03}" dt="2026-03-31T06:49:31.456" v="6172" actId="47"/>
        <pc:sldMkLst>
          <pc:docMk/>
          <pc:sldMk cId="2149516287" sldId="214747945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EA5CDC-CFB8-4633-A141-1546D26420AE}"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IN"/>
        </a:p>
      </dgm:t>
    </dgm:pt>
    <dgm:pt modelId="{2EF45600-820D-4404-878E-D3B6718CF6EB}">
      <dgm:prSet phldrT="[Text]" custT="1"/>
      <dgm:spPr/>
      <dgm:t>
        <a:bodyPr/>
        <a:lstStyle/>
        <a:p>
          <a:pPr algn="l">
            <a:buNone/>
          </a:pPr>
          <a:r>
            <a:rPr lang="en-IN" sz="1200" b="1" dirty="0"/>
            <a:t>1. Provider Identity Compromised</a:t>
          </a:r>
          <a:endParaRPr lang="en-IN" sz="1200" dirty="0"/>
        </a:p>
      </dgm:t>
    </dgm:pt>
    <dgm:pt modelId="{8636BE9D-20C8-4F1E-9C53-4DD3A4BB1443}" type="parTrans" cxnId="{386F4957-CCB8-4148-90D1-04B80E3891DF}">
      <dgm:prSet/>
      <dgm:spPr/>
      <dgm:t>
        <a:bodyPr/>
        <a:lstStyle/>
        <a:p>
          <a:pPr algn="l"/>
          <a:endParaRPr lang="en-IN" sz="2000"/>
        </a:p>
      </dgm:t>
    </dgm:pt>
    <dgm:pt modelId="{B3B04D87-7CA2-42E0-A8A9-5FE5E5022E87}" type="sibTrans" cxnId="{386F4957-CCB8-4148-90D1-04B80E3891DF}">
      <dgm:prSet/>
      <dgm:spPr/>
      <dgm:t>
        <a:bodyPr/>
        <a:lstStyle/>
        <a:p>
          <a:pPr algn="l"/>
          <a:endParaRPr lang="en-IN" sz="2000"/>
        </a:p>
      </dgm:t>
    </dgm:pt>
    <dgm:pt modelId="{5DBDF476-504C-43C0-AF2A-F8C4020BF9E2}">
      <dgm:prSet phldrT="[Text]" custT="1"/>
      <dgm:spPr/>
      <dgm:t>
        <a:bodyPr/>
        <a:lstStyle/>
        <a:p>
          <a:pPr algn="l">
            <a:buNone/>
          </a:pPr>
          <a:r>
            <a:rPr lang="en-IN" sz="1200" b="1" dirty="0"/>
            <a:t>2. Multi‑State Telehealth Scam Begins</a:t>
          </a:r>
          <a:endParaRPr lang="en-IN" sz="1200" dirty="0"/>
        </a:p>
      </dgm:t>
    </dgm:pt>
    <dgm:pt modelId="{6AC20B86-30B0-4930-B9F1-2A75F7EA4973}" type="parTrans" cxnId="{C6D44089-BB82-4BFB-A7E3-30096964D22F}">
      <dgm:prSet/>
      <dgm:spPr/>
      <dgm:t>
        <a:bodyPr/>
        <a:lstStyle/>
        <a:p>
          <a:pPr algn="l"/>
          <a:endParaRPr lang="en-IN" sz="2000"/>
        </a:p>
      </dgm:t>
    </dgm:pt>
    <dgm:pt modelId="{41D7745B-7B67-49F6-A695-B3316CEEB5C9}" type="sibTrans" cxnId="{C6D44089-BB82-4BFB-A7E3-30096964D22F}">
      <dgm:prSet/>
      <dgm:spPr/>
      <dgm:t>
        <a:bodyPr/>
        <a:lstStyle/>
        <a:p>
          <a:pPr algn="l"/>
          <a:endParaRPr lang="en-IN" sz="2000"/>
        </a:p>
      </dgm:t>
    </dgm:pt>
    <dgm:pt modelId="{E44F34A5-4E54-4F81-95CC-6E93B423D16A}">
      <dgm:prSet phldrT="[Text]" custT="1"/>
      <dgm:spPr>
        <a:solidFill>
          <a:srgbClr val="2E308E">
            <a:hueOff val="-1787478"/>
            <a:satOff val="-8164"/>
            <a:lumOff val="7386"/>
            <a:alphaOff val="0"/>
          </a:srgbClr>
        </a:solidFill>
        <a:ln w="19050" cap="flat" cmpd="sng" algn="ctr">
          <a:solidFill>
            <a:srgbClr val="FFFFFF">
              <a:hueOff val="0"/>
              <a:satOff val="0"/>
              <a:lumOff val="0"/>
              <a:alphaOff val="0"/>
            </a:srgbClr>
          </a:solidFill>
          <a:prstDash val="solid"/>
          <a:miter lim="800000"/>
        </a:ln>
        <a:effectLst/>
      </dgm:spPr>
      <dgm:t>
        <a:bodyPr spcFirstLastPara="0" vert="horz" wrap="square" lIns="30480" tIns="15240" rIns="30480" bIns="15240" numCol="1" spcCol="1270" anchor="ctr" anchorCtr="0"/>
        <a:lstStyle/>
        <a:p>
          <a:pPr marL="0" lvl="0" indent="0" algn="l" defTabSz="355600">
            <a:lnSpc>
              <a:spcPct val="90000"/>
            </a:lnSpc>
            <a:spcBef>
              <a:spcPct val="0"/>
            </a:spcBef>
            <a:spcAft>
              <a:spcPct val="35000"/>
            </a:spcAft>
            <a:buNone/>
          </a:pPr>
          <a:r>
            <a:rPr lang="en-IN" sz="1200" b="1" kern="1200" dirty="0">
              <a:solidFill>
                <a:srgbClr val="FFFFFF"/>
              </a:solidFill>
              <a:latin typeface="Arial" panose="020B0604020202020204"/>
              <a:ea typeface="+mn-ea"/>
              <a:cs typeface="+mn-cs"/>
            </a:rPr>
            <a:t>3. Fake Telehealth Visits Created</a:t>
          </a:r>
        </a:p>
      </dgm:t>
    </dgm:pt>
    <dgm:pt modelId="{D3D6013F-1EF7-4F91-8B0E-74DC8FBAC7E0}" type="parTrans" cxnId="{C3C6A1A4-A0C8-4B2D-A162-7F699D0D49B4}">
      <dgm:prSet/>
      <dgm:spPr/>
      <dgm:t>
        <a:bodyPr/>
        <a:lstStyle/>
        <a:p>
          <a:pPr algn="l"/>
          <a:endParaRPr lang="en-IN" sz="2000"/>
        </a:p>
      </dgm:t>
    </dgm:pt>
    <dgm:pt modelId="{5EFAADB2-F215-4C26-BBBE-496295FA8A60}" type="sibTrans" cxnId="{C3C6A1A4-A0C8-4B2D-A162-7F699D0D49B4}">
      <dgm:prSet/>
      <dgm:spPr/>
      <dgm:t>
        <a:bodyPr/>
        <a:lstStyle/>
        <a:p>
          <a:pPr algn="l"/>
          <a:endParaRPr lang="en-IN" sz="2000"/>
        </a:p>
      </dgm:t>
    </dgm:pt>
    <dgm:pt modelId="{A2B81ABD-C676-427A-96F0-37553F42603B}">
      <dgm:prSet phldrT="[Text]" custT="1"/>
      <dgm:spPr/>
      <dgm:t>
        <a:bodyPr/>
        <a:lstStyle/>
        <a:p>
          <a:pPr algn="l">
            <a:buNone/>
          </a:pPr>
          <a:r>
            <a:rPr lang="en-IN" sz="1200" dirty="0"/>
            <a:t>Fraudsters steal a real provider’s NPI, credentials - enabling them to impersonate the provider flawlessly.</a:t>
          </a:r>
        </a:p>
      </dgm:t>
    </dgm:pt>
    <dgm:pt modelId="{B9A8B3AF-5D2F-4F35-99EF-D1CEE2D935FB}" type="parTrans" cxnId="{32512745-232C-49AF-8579-0917F25AE54C}">
      <dgm:prSet/>
      <dgm:spPr/>
      <dgm:t>
        <a:bodyPr/>
        <a:lstStyle/>
        <a:p>
          <a:pPr algn="l"/>
          <a:endParaRPr lang="en-IN" sz="2000"/>
        </a:p>
      </dgm:t>
    </dgm:pt>
    <dgm:pt modelId="{1F59B710-7053-4527-9440-5A3BE32FF291}" type="sibTrans" cxnId="{32512745-232C-49AF-8579-0917F25AE54C}">
      <dgm:prSet/>
      <dgm:spPr/>
      <dgm:t>
        <a:bodyPr/>
        <a:lstStyle/>
        <a:p>
          <a:pPr algn="l"/>
          <a:endParaRPr lang="en-IN" sz="2000"/>
        </a:p>
      </dgm:t>
    </dgm:pt>
    <dgm:pt modelId="{8E33B9A7-0A67-4DBA-9241-8A7817542CE2}">
      <dgm:prSet phldrT="[Text]" custT="1"/>
      <dgm:spPr/>
      <dgm:t>
        <a:bodyPr/>
        <a:lstStyle/>
        <a:p>
          <a:pPr algn="l">
            <a:buNone/>
          </a:pPr>
          <a:r>
            <a:rPr lang="en-IN" sz="1200" dirty="0"/>
            <a:t>Fraud ring starts submitting telehealth encounters for members across several states (FL, TX, WA, AZ, GA, IL), despite the real provider being licensed only in NY/NJ.</a:t>
          </a:r>
        </a:p>
      </dgm:t>
    </dgm:pt>
    <dgm:pt modelId="{B8220C84-CF13-436E-8A80-B8C73F417D4B}" type="parTrans" cxnId="{BED33023-3B4F-430D-816F-E3F15C8C1988}">
      <dgm:prSet/>
      <dgm:spPr/>
      <dgm:t>
        <a:bodyPr/>
        <a:lstStyle/>
        <a:p>
          <a:pPr algn="l"/>
          <a:endParaRPr lang="en-IN" sz="2000"/>
        </a:p>
      </dgm:t>
    </dgm:pt>
    <dgm:pt modelId="{37CAC70D-26FB-483C-8443-AF8A336CFB53}" type="sibTrans" cxnId="{BED33023-3B4F-430D-816F-E3F15C8C1988}">
      <dgm:prSet/>
      <dgm:spPr/>
      <dgm:t>
        <a:bodyPr/>
        <a:lstStyle/>
        <a:p>
          <a:pPr algn="l"/>
          <a:endParaRPr lang="en-IN" sz="2000"/>
        </a:p>
      </dgm:t>
    </dgm:pt>
    <dgm:pt modelId="{B06695C4-B8E1-4EC2-A24B-9D8CF6C81D8C}">
      <dgm:prSet phldrT="[Text]" custT="1"/>
      <dgm:spPr/>
      <dgm:t>
        <a:bodyPr/>
        <a:lstStyle/>
        <a:p>
          <a:pPr algn="l">
            <a:buNone/>
          </a:pPr>
          <a:r>
            <a:rPr lang="en-IN" sz="1200" dirty="0"/>
            <a:t>Hundreds of telehealth “visits” are generated using identical documentation: same templates, same ICD codes, same 2‑minute durations.</a:t>
          </a:r>
        </a:p>
      </dgm:t>
    </dgm:pt>
    <dgm:pt modelId="{0F850736-533D-4463-B289-56611B096235}" type="parTrans" cxnId="{26AFBB7C-638C-41A1-9134-E104AD1758A0}">
      <dgm:prSet/>
      <dgm:spPr/>
      <dgm:t>
        <a:bodyPr/>
        <a:lstStyle/>
        <a:p>
          <a:pPr algn="l"/>
          <a:endParaRPr lang="en-IN" sz="2000"/>
        </a:p>
      </dgm:t>
    </dgm:pt>
    <dgm:pt modelId="{0C93E42E-1325-45C2-890A-47FF98EE22B2}" type="sibTrans" cxnId="{26AFBB7C-638C-41A1-9134-E104AD1758A0}">
      <dgm:prSet/>
      <dgm:spPr/>
      <dgm:t>
        <a:bodyPr/>
        <a:lstStyle/>
        <a:p>
          <a:pPr algn="l"/>
          <a:endParaRPr lang="en-IN" sz="2000"/>
        </a:p>
      </dgm:t>
    </dgm:pt>
    <dgm:pt modelId="{D3D0AA19-0A23-41C7-BC24-40FEEB896132}">
      <dgm:prSet phldrT="[Text]" custT="1"/>
      <dgm:spPr/>
      <dgm:t>
        <a:bodyPr/>
        <a:lstStyle/>
        <a:p>
          <a:pPr algn="l">
            <a:buNone/>
          </a:pPr>
          <a:r>
            <a:rPr lang="en-IN" sz="1200" b="1" dirty="0"/>
            <a:t>4. Shared IP &amp; Device Fingerprints Reveal Coordination</a:t>
          </a:r>
          <a:endParaRPr lang="en-IN" sz="1200" dirty="0"/>
        </a:p>
      </dgm:t>
    </dgm:pt>
    <dgm:pt modelId="{AE7C931D-DD09-4BF7-9FD7-E956ED5A602F}" type="parTrans" cxnId="{A263CA01-4CFA-4DE0-9BEB-164A8E953EE1}">
      <dgm:prSet/>
      <dgm:spPr/>
      <dgm:t>
        <a:bodyPr/>
        <a:lstStyle/>
        <a:p>
          <a:pPr algn="l"/>
          <a:endParaRPr lang="en-IN" sz="2000"/>
        </a:p>
      </dgm:t>
    </dgm:pt>
    <dgm:pt modelId="{9F620AC1-7112-47B4-B6B5-7D64D09C0E2E}" type="sibTrans" cxnId="{A263CA01-4CFA-4DE0-9BEB-164A8E953EE1}">
      <dgm:prSet/>
      <dgm:spPr/>
      <dgm:t>
        <a:bodyPr/>
        <a:lstStyle/>
        <a:p>
          <a:pPr algn="l"/>
          <a:endParaRPr lang="en-IN" sz="2000"/>
        </a:p>
      </dgm:t>
    </dgm:pt>
    <dgm:pt modelId="{A5B65D64-AE6E-462E-97F3-0844473691EE}">
      <dgm:prSet phldrT="[Text]" custT="1"/>
      <dgm:spPr/>
      <dgm:t>
        <a:bodyPr/>
        <a:lstStyle/>
        <a:p>
          <a:pPr algn="l">
            <a:buNone/>
          </a:pPr>
          <a:r>
            <a:rPr lang="en-IN" sz="1200" dirty="0"/>
            <a:t>Most telehealth sessions originate from the same IP address and the same device/browser fingerprint - reused across many members in multiple states.</a:t>
          </a:r>
        </a:p>
      </dgm:t>
    </dgm:pt>
    <dgm:pt modelId="{BC7119E5-6778-4ED8-AF77-97AE018A690F}" type="parTrans" cxnId="{5FBC03CA-3BEE-4CC9-9234-84DD1CA09234}">
      <dgm:prSet/>
      <dgm:spPr/>
      <dgm:t>
        <a:bodyPr/>
        <a:lstStyle/>
        <a:p>
          <a:pPr algn="l"/>
          <a:endParaRPr lang="en-IN" sz="2000"/>
        </a:p>
      </dgm:t>
    </dgm:pt>
    <dgm:pt modelId="{106ABA86-74CF-4EA4-A160-90E319BAFA71}" type="sibTrans" cxnId="{5FBC03CA-3BEE-4CC9-9234-84DD1CA09234}">
      <dgm:prSet/>
      <dgm:spPr/>
      <dgm:t>
        <a:bodyPr/>
        <a:lstStyle/>
        <a:p>
          <a:pPr algn="l"/>
          <a:endParaRPr lang="en-IN" sz="2000"/>
        </a:p>
      </dgm:t>
    </dgm:pt>
    <dgm:pt modelId="{848CB8B1-486A-4105-8002-8A376C6F1E3B}">
      <dgm:prSet phldrT="[Text]" custT="1"/>
      <dgm:spPr/>
      <dgm:t>
        <a:bodyPr/>
        <a:lstStyle/>
        <a:p>
          <a:pPr algn="l">
            <a:buNone/>
          </a:pPr>
          <a:r>
            <a:rPr lang="en-IN" sz="1200" b="1" dirty="0"/>
            <a:t>5. Impossible Timing Patterns Detected</a:t>
          </a:r>
          <a:endParaRPr lang="en-IN" sz="1200" dirty="0"/>
        </a:p>
      </dgm:t>
    </dgm:pt>
    <dgm:pt modelId="{5137BBA6-2EB3-4FF7-9D18-F206A4D878C7}" type="parTrans" cxnId="{48DDDF63-0AE1-4724-BE0A-BD2C9A5A980E}">
      <dgm:prSet/>
      <dgm:spPr/>
      <dgm:t>
        <a:bodyPr/>
        <a:lstStyle/>
        <a:p>
          <a:pPr algn="l"/>
          <a:endParaRPr lang="en-IN" sz="2000"/>
        </a:p>
      </dgm:t>
    </dgm:pt>
    <dgm:pt modelId="{3E631629-2F19-4907-9F0C-267B83179504}" type="sibTrans" cxnId="{48DDDF63-0AE1-4724-BE0A-BD2C9A5A980E}">
      <dgm:prSet/>
      <dgm:spPr/>
      <dgm:t>
        <a:bodyPr/>
        <a:lstStyle/>
        <a:p>
          <a:pPr algn="l"/>
          <a:endParaRPr lang="en-IN" sz="2000"/>
        </a:p>
      </dgm:t>
    </dgm:pt>
    <dgm:pt modelId="{E27CD098-A3AF-4B3C-AA4B-0BA9442AC951}">
      <dgm:prSet phldrT="[Text]" custT="1"/>
      <dgm:spPr/>
      <dgm:t>
        <a:bodyPr/>
        <a:lstStyle/>
        <a:p>
          <a:pPr algn="l">
            <a:buNone/>
          </a:pPr>
          <a:r>
            <a:rPr lang="en-IN" sz="1200" dirty="0"/>
            <a:t>Claims show the provider “saw” multiple patients at the exact same minute across different states - an impossible scheduling pattern.</a:t>
          </a:r>
        </a:p>
      </dgm:t>
    </dgm:pt>
    <dgm:pt modelId="{1F86BEC4-8A43-4E4F-A587-793EF6B3FCC5}" type="parTrans" cxnId="{97CB62CA-EC9A-4E1E-A915-359C26C589A0}">
      <dgm:prSet/>
      <dgm:spPr/>
      <dgm:t>
        <a:bodyPr/>
        <a:lstStyle/>
        <a:p>
          <a:pPr algn="l"/>
          <a:endParaRPr lang="en-IN" sz="2000"/>
        </a:p>
      </dgm:t>
    </dgm:pt>
    <dgm:pt modelId="{A813828A-72B4-4E4C-A378-8C352E6435BA}" type="sibTrans" cxnId="{97CB62CA-EC9A-4E1E-A915-359C26C589A0}">
      <dgm:prSet/>
      <dgm:spPr/>
      <dgm:t>
        <a:bodyPr/>
        <a:lstStyle/>
        <a:p>
          <a:pPr algn="l"/>
          <a:endParaRPr lang="en-IN" sz="2000"/>
        </a:p>
      </dgm:t>
    </dgm:pt>
    <dgm:pt modelId="{D28FB131-D2ED-4708-802E-FAF2EAF052D9}">
      <dgm:prSet phldrT="[Text]" custT="1"/>
      <dgm:spPr/>
      <dgm:t>
        <a:bodyPr/>
        <a:lstStyle/>
        <a:p>
          <a:pPr algn="l">
            <a:buNone/>
          </a:pPr>
          <a:r>
            <a:rPr lang="en-IN" sz="1200" b="1" dirty="0"/>
            <a:t>6. Sudden Claim Volume Spike</a:t>
          </a:r>
          <a:endParaRPr lang="en-IN" sz="1200" dirty="0"/>
        </a:p>
      </dgm:t>
    </dgm:pt>
    <dgm:pt modelId="{BEEE8F85-2632-41CE-AED8-F5EAD87E1D67}" type="parTrans" cxnId="{B5ECB84D-04C5-4B71-8F36-021CF7046BE7}">
      <dgm:prSet/>
      <dgm:spPr/>
      <dgm:t>
        <a:bodyPr/>
        <a:lstStyle/>
        <a:p>
          <a:pPr algn="l"/>
          <a:endParaRPr lang="en-IN" sz="2000"/>
        </a:p>
      </dgm:t>
    </dgm:pt>
    <dgm:pt modelId="{B4DC541D-CE43-4CE3-96E4-E354A3E36759}" type="sibTrans" cxnId="{B5ECB84D-04C5-4B71-8F36-021CF7046BE7}">
      <dgm:prSet/>
      <dgm:spPr/>
      <dgm:t>
        <a:bodyPr/>
        <a:lstStyle/>
        <a:p>
          <a:pPr algn="l"/>
          <a:endParaRPr lang="en-IN" sz="2000"/>
        </a:p>
      </dgm:t>
    </dgm:pt>
    <dgm:pt modelId="{DFDF8F6F-2B9C-43BA-9700-F50064D31D5B}">
      <dgm:prSet phldrT="[Text]" custT="1"/>
      <dgm:spPr/>
      <dgm:t>
        <a:bodyPr/>
        <a:lstStyle/>
        <a:p>
          <a:pPr algn="l">
            <a:buNone/>
          </a:pPr>
          <a:r>
            <a:rPr lang="en-IN" sz="1200" dirty="0"/>
            <a:t>Real provider normally submits ~20 telehealth claims/month; fraud ring submits 600+ claims in two weeks - a major outlier.</a:t>
          </a:r>
        </a:p>
      </dgm:t>
    </dgm:pt>
    <dgm:pt modelId="{E866EE8F-35E8-4C04-B4FA-C380E306E7D4}" type="parTrans" cxnId="{6EC2F609-C5A3-4655-8720-5495AC6B8A57}">
      <dgm:prSet/>
      <dgm:spPr/>
      <dgm:t>
        <a:bodyPr/>
        <a:lstStyle/>
        <a:p>
          <a:pPr algn="l"/>
          <a:endParaRPr lang="en-IN" sz="2000"/>
        </a:p>
      </dgm:t>
    </dgm:pt>
    <dgm:pt modelId="{1723A0A7-BEDB-439B-A378-DEF35B1052FF}" type="sibTrans" cxnId="{6EC2F609-C5A3-4655-8720-5495AC6B8A57}">
      <dgm:prSet/>
      <dgm:spPr/>
      <dgm:t>
        <a:bodyPr/>
        <a:lstStyle/>
        <a:p>
          <a:pPr algn="l"/>
          <a:endParaRPr lang="en-IN" sz="2000"/>
        </a:p>
      </dgm:t>
    </dgm:pt>
    <dgm:pt modelId="{8AF2DEAD-A198-4794-A6D3-16F0F2E9F147}" type="pres">
      <dgm:prSet presAssocID="{F7EA5CDC-CFB8-4633-A141-1546D26420AE}" presName="Name0" presStyleCnt="0">
        <dgm:presLayoutVars>
          <dgm:dir/>
          <dgm:animLvl val="lvl"/>
          <dgm:resizeHandles val="exact"/>
        </dgm:presLayoutVars>
      </dgm:prSet>
      <dgm:spPr/>
    </dgm:pt>
    <dgm:pt modelId="{107C51FE-B99D-4A1E-A554-49162A44DA1F}" type="pres">
      <dgm:prSet presAssocID="{2EF45600-820D-4404-878E-D3B6718CF6EB}" presName="linNode" presStyleCnt="0"/>
      <dgm:spPr/>
    </dgm:pt>
    <dgm:pt modelId="{0B1A38AE-E763-4AFC-964E-981101BE9427}" type="pres">
      <dgm:prSet presAssocID="{2EF45600-820D-4404-878E-D3B6718CF6EB}" presName="parentText" presStyleLbl="node1" presStyleIdx="0" presStyleCnt="6" custScaleX="89349">
        <dgm:presLayoutVars>
          <dgm:chMax val="1"/>
          <dgm:bulletEnabled val="1"/>
        </dgm:presLayoutVars>
      </dgm:prSet>
      <dgm:spPr/>
    </dgm:pt>
    <dgm:pt modelId="{70971379-DB9D-4D01-B8D0-C092933EB8BF}" type="pres">
      <dgm:prSet presAssocID="{2EF45600-820D-4404-878E-D3B6718CF6EB}" presName="descendantText" presStyleLbl="alignAccFollowNode1" presStyleIdx="0" presStyleCnt="6" custScaleX="133399">
        <dgm:presLayoutVars>
          <dgm:bulletEnabled val="1"/>
        </dgm:presLayoutVars>
      </dgm:prSet>
      <dgm:spPr/>
    </dgm:pt>
    <dgm:pt modelId="{3989C6D7-E9D3-48D4-B635-6DE55DB58F5F}" type="pres">
      <dgm:prSet presAssocID="{B3B04D87-7CA2-42E0-A8A9-5FE5E5022E87}" presName="sp" presStyleCnt="0"/>
      <dgm:spPr/>
    </dgm:pt>
    <dgm:pt modelId="{AB33E8FE-CBAA-47F2-9679-3B778F5004E7}" type="pres">
      <dgm:prSet presAssocID="{5DBDF476-504C-43C0-AF2A-F8C4020BF9E2}" presName="linNode" presStyleCnt="0"/>
      <dgm:spPr/>
    </dgm:pt>
    <dgm:pt modelId="{CEAE2FBD-3DC8-4136-9CAA-7FEEAFEE4B5A}" type="pres">
      <dgm:prSet presAssocID="{5DBDF476-504C-43C0-AF2A-F8C4020BF9E2}" presName="parentText" presStyleLbl="node1" presStyleIdx="1" presStyleCnt="6" custScaleX="82352">
        <dgm:presLayoutVars>
          <dgm:chMax val="1"/>
          <dgm:bulletEnabled val="1"/>
        </dgm:presLayoutVars>
      </dgm:prSet>
      <dgm:spPr/>
    </dgm:pt>
    <dgm:pt modelId="{B5822461-DF9C-47B9-B254-51626EB51D74}" type="pres">
      <dgm:prSet presAssocID="{5DBDF476-504C-43C0-AF2A-F8C4020BF9E2}" presName="descendantText" presStyleLbl="alignAccFollowNode1" presStyleIdx="1" presStyleCnt="6" custScaleX="121565">
        <dgm:presLayoutVars>
          <dgm:bulletEnabled val="1"/>
        </dgm:presLayoutVars>
      </dgm:prSet>
      <dgm:spPr/>
    </dgm:pt>
    <dgm:pt modelId="{A496D419-2B96-4587-9F7F-C2CB2D893F3C}" type="pres">
      <dgm:prSet presAssocID="{41D7745B-7B67-49F6-A695-B3316CEEB5C9}" presName="sp" presStyleCnt="0"/>
      <dgm:spPr/>
    </dgm:pt>
    <dgm:pt modelId="{17056D14-1EFB-47FA-937D-4439D4877F1B}" type="pres">
      <dgm:prSet presAssocID="{E44F34A5-4E54-4F81-95CC-6E93B423D16A}" presName="linNode" presStyleCnt="0"/>
      <dgm:spPr/>
    </dgm:pt>
    <dgm:pt modelId="{FDAA149E-D7F2-4CF7-8384-CACA1695FE25}" type="pres">
      <dgm:prSet presAssocID="{E44F34A5-4E54-4F81-95CC-6E93B423D16A}" presName="parentText" presStyleLbl="node1" presStyleIdx="2" presStyleCnt="6" custScaleX="94498">
        <dgm:presLayoutVars>
          <dgm:chMax val="1"/>
          <dgm:bulletEnabled val="1"/>
        </dgm:presLayoutVars>
      </dgm:prSet>
      <dgm:spPr>
        <a:xfrm>
          <a:off x="0" y="1306629"/>
          <a:ext cx="4069440" cy="622019"/>
        </a:xfrm>
        <a:prstGeom prst="roundRect">
          <a:avLst/>
        </a:prstGeom>
      </dgm:spPr>
    </dgm:pt>
    <dgm:pt modelId="{EDADFE01-8269-42A7-8A56-D3E7C9459FC9}" type="pres">
      <dgm:prSet presAssocID="{E44F34A5-4E54-4F81-95CC-6E93B423D16A}" presName="descendantText" presStyleLbl="alignAccFollowNode1" presStyleIdx="2" presStyleCnt="6" custScaleX="138578">
        <dgm:presLayoutVars>
          <dgm:bulletEnabled val="1"/>
        </dgm:presLayoutVars>
      </dgm:prSet>
      <dgm:spPr/>
    </dgm:pt>
    <dgm:pt modelId="{3AD1CF7C-C4F2-43D1-862F-346CE0E364CF}" type="pres">
      <dgm:prSet presAssocID="{5EFAADB2-F215-4C26-BBBE-496295FA8A60}" presName="sp" presStyleCnt="0"/>
      <dgm:spPr/>
    </dgm:pt>
    <dgm:pt modelId="{6451D6C2-61FF-4F82-9C75-F17A58791F79}" type="pres">
      <dgm:prSet presAssocID="{D3D0AA19-0A23-41C7-BC24-40FEEB896132}" presName="linNode" presStyleCnt="0"/>
      <dgm:spPr/>
    </dgm:pt>
    <dgm:pt modelId="{1B472B78-15C7-4D39-A21A-A315B0A8C57B}" type="pres">
      <dgm:prSet presAssocID="{D3D0AA19-0A23-41C7-BC24-40FEEB896132}" presName="parentText" presStyleLbl="node1" presStyleIdx="3" presStyleCnt="6" custScaleX="115586">
        <dgm:presLayoutVars>
          <dgm:chMax val="1"/>
          <dgm:bulletEnabled val="1"/>
        </dgm:presLayoutVars>
      </dgm:prSet>
      <dgm:spPr/>
    </dgm:pt>
    <dgm:pt modelId="{A0288D40-3349-4184-B59E-89050FC2010A}" type="pres">
      <dgm:prSet presAssocID="{D3D0AA19-0A23-41C7-BC24-40FEEB896132}" presName="descendantText" presStyleLbl="alignAccFollowNode1" presStyleIdx="3" presStyleCnt="6" custScaleX="172267">
        <dgm:presLayoutVars>
          <dgm:bulletEnabled val="1"/>
        </dgm:presLayoutVars>
      </dgm:prSet>
      <dgm:spPr/>
    </dgm:pt>
    <dgm:pt modelId="{F97276BF-29A0-472A-AA74-A1CB83CFCEBC}" type="pres">
      <dgm:prSet presAssocID="{9F620AC1-7112-47B4-B6B5-7D64D09C0E2E}" presName="sp" presStyleCnt="0"/>
      <dgm:spPr/>
    </dgm:pt>
    <dgm:pt modelId="{20A4580D-A3D0-4DE7-8168-9679EA2FF483}" type="pres">
      <dgm:prSet presAssocID="{848CB8B1-486A-4105-8002-8A376C6F1E3B}" presName="linNode" presStyleCnt="0"/>
      <dgm:spPr/>
    </dgm:pt>
    <dgm:pt modelId="{8A5BB064-6283-46FD-82D4-9EB880B8711D}" type="pres">
      <dgm:prSet presAssocID="{848CB8B1-486A-4105-8002-8A376C6F1E3B}" presName="parentText" presStyleLbl="node1" presStyleIdx="4" presStyleCnt="6" custScaleX="115586">
        <dgm:presLayoutVars>
          <dgm:chMax val="1"/>
          <dgm:bulletEnabled val="1"/>
        </dgm:presLayoutVars>
      </dgm:prSet>
      <dgm:spPr/>
    </dgm:pt>
    <dgm:pt modelId="{8FD11587-CBBC-4B76-A016-C93E12EE5673}" type="pres">
      <dgm:prSet presAssocID="{848CB8B1-486A-4105-8002-8A376C6F1E3B}" presName="descendantText" presStyleLbl="alignAccFollowNode1" presStyleIdx="4" presStyleCnt="6" custScaleX="172267">
        <dgm:presLayoutVars>
          <dgm:bulletEnabled val="1"/>
        </dgm:presLayoutVars>
      </dgm:prSet>
      <dgm:spPr/>
    </dgm:pt>
    <dgm:pt modelId="{A6A46208-8E8B-4B47-A81F-67E309702401}" type="pres">
      <dgm:prSet presAssocID="{3E631629-2F19-4907-9F0C-267B83179504}" presName="sp" presStyleCnt="0"/>
      <dgm:spPr/>
    </dgm:pt>
    <dgm:pt modelId="{02DF9A26-5FB0-44ED-B36F-E94093F9606F}" type="pres">
      <dgm:prSet presAssocID="{D28FB131-D2ED-4708-802E-FAF2EAF052D9}" presName="linNode" presStyleCnt="0"/>
      <dgm:spPr/>
    </dgm:pt>
    <dgm:pt modelId="{BD8AC133-9E6A-4DB9-AC87-145B1FEF9895}" type="pres">
      <dgm:prSet presAssocID="{D28FB131-D2ED-4708-802E-FAF2EAF052D9}" presName="parentText" presStyleLbl="node1" presStyleIdx="5" presStyleCnt="6" custScaleX="113736">
        <dgm:presLayoutVars>
          <dgm:chMax val="1"/>
          <dgm:bulletEnabled val="1"/>
        </dgm:presLayoutVars>
      </dgm:prSet>
      <dgm:spPr/>
    </dgm:pt>
    <dgm:pt modelId="{3624E767-2AD7-409F-B078-900D11C80FA7}" type="pres">
      <dgm:prSet presAssocID="{D28FB131-D2ED-4708-802E-FAF2EAF052D9}" presName="descendantText" presStyleLbl="alignAccFollowNode1" presStyleIdx="5" presStyleCnt="6" custScaleX="172267">
        <dgm:presLayoutVars>
          <dgm:bulletEnabled val="1"/>
        </dgm:presLayoutVars>
      </dgm:prSet>
      <dgm:spPr/>
    </dgm:pt>
  </dgm:ptLst>
  <dgm:cxnLst>
    <dgm:cxn modelId="{A263CA01-4CFA-4DE0-9BEB-164A8E953EE1}" srcId="{F7EA5CDC-CFB8-4633-A141-1546D26420AE}" destId="{D3D0AA19-0A23-41C7-BC24-40FEEB896132}" srcOrd="3" destOrd="0" parTransId="{AE7C931D-DD09-4BF7-9FD7-E956ED5A602F}" sibTransId="{9F620AC1-7112-47B4-B6B5-7D64D09C0E2E}"/>
    <dgm:cxn modelId="{6EC2F609-C5A3-4655-8720-5495AC6B8A57}" srcId="{D28FB131-D2ED-4708-802E-FAF2EAF052D9}" destId="{DFDF8F6F-2B9C-43BA-9700-F50064D31D5B}" srcOrd="0" destOrd="0" parTransId="{E866EE8F-35E8-4C04-B4FA-C380E306E7D4}" sibTransId="{1723A0A7-BEDB-439B-A378-DEF35B1052FF}"/>
    <dgm:cxn modelId="{8DE6610C-C2F9-41BA-937F-110B19D819B3}" type="presOf" srcId="{D3D0AA19-0A23-41C7-BC24-40FEEB896132}" destId="{1B472B78-15C7-4D39-A21A-A315B0A8C57B}" srcOrd="0" destOrd="0" presId="urn:microsoft.com/office/officeart/2005/8/layout/vList5"/>
    <dgm:cxn modelId="{9430A718-A928-4C49-87E2-E851283D6663}" type="presOf" srcId="{E27CD098-A3AF-4B3C-AA4B-0BA9442AC951}" destId="{8FD11587-CBBC-4B76-A016-C93E12EE5673}" srcOrd="0" destOrd="0" presId="urn:microsoft.com/office/officeart/2005/8/layout/vList5"/>
    <dgm:cxn modelId="{B2898B1D-B8AF-4662-8675-AC962B5939D9}" type="presOf" srcId="{848CB8B1-486A-4105-8002-8A376C6F1E3B}" destId="{8A5BB064-6283-46FD-82D4-9EB880B8711D}" srcOrd="0" destOrd="0" presId="urn:microsoft.com/office/officeart/2005/8/layout/vList5"/>
    <dgm:cxn modelId="{3B9E9F20-D604-477C-AD4B-89324C1BB590}" type="presOf" srcId="{8E33B9A7-0A67-4DBA-9241-8A7817542CE2}" destId="{B5822461-DF9C-47B9-B254-51626EB51D74}" srcOrd="0" destOrd="0" presId="urn:microsoft.com/office/officeart/2005/8/layout/vList5"/>
    <dgm:cxn modelId="{BED33023-3B4F-430D-816F-E3F15C8C1988}" srcId="{5DBDF476-504C-43C0-AF2A-F8C4020BF9E2}" destId="{8E33B9A7-0A67-4DBA-9241-8A7817542CE2}" srcOrd="0" destOrd="0" parTransId="{B8220C84-CF13-436E-8A80-B8C73F417D4B}" sibTransId="{37CAC70D-26FB-483C-8443-AF8A336CFB53}"/>
    <dgm:cxn modelId="{DB43BA28-40F7-49C9-BCD5-F9C0647103E6}" type="presOf" srcId="{DFDF8F6F-2B9C-43BA-9700-F50064D31D5B}" destId="{3624E767-2AD7-409F-B078-900D11C80FA7}" srcOrd="0" destOrd="0" presId="urn:microsoft.com/office/officeart/2005/8/layout/vList5"/>
    <dgm:cxn modelId="{33779B5F-5EC6-4CF9-855C-4EBA8D09E028}" type="presOf" srcId="{2EF45600-820D-4404-878E-D3B6718CF6EB}" destId="{0B1A38AE-E763-4AFC-964E-981101BE9427}" srcOrd="0" destOrd="0" presId="urn:microsoft.com/office/officeart/2005/8/layout/vList5"/>
    <dgm:cxn modelId="{48DDDF63-0AE1-4724-BE0A-BD2C9A5A980E}" srcId="{F7EA5CDC-CFB8-4633-A141-1546D26420AE}" destId="{848CB8B1-486A-4105-8002-8A376C6F1E3B}" srcOrd="4" destOrd="0" parTransId="{5137BBA6-2EB3-4FF7-9D18-F206A4D878C7}" sibTransId="{3E631629-2F19-4907-9F0C-267B83179504}"/>
    <dgm:cxn modelId="{32512745-232C-49AF-8579-0917F25AE54C}" srcId="{2EF45600-820D-4404-878E-D3B6718CF6EB}" destId="{A2B81ABD-C676-427A-96F0-37553F42603B}" srcOrd="0" destOrd="0" parTransId="{B9A8B3AF-5D2F-4F35-99EF-D1CEE2D935FB}" sibTransId="{1F59B710-7053-4527-9440-5A3BE32FF291}"/>
    <dgm:cxn modelId="{13C51048-0F49-4AF9-94B1-FC8A62FB2FFF}" type="presOf" srcId="{5DBDF476-504C-43C0-AF2A-F8C4020BF9E2}" destId="{CEAE2FBD-3DC8-4136-9CAA-7FEEAFEE4B5A}" srcOrd="0" destOrd="0" presId="urn:microsoft.com/office/officeart/2005/8/layout/vList5"/>
    <dgm:cxn modelId="{B5ECB84D-04C5-4B71-8F36-021CF7046BE7}" srcId="{F7EA5CDC-CFB8-4633-A141-1546D26420AE}" destId="{D28FB131-D2ED-4708-802E-FAF2EAF052D9}" srcOrd="5" destOrd="0" parTransId="{BEEE8F85-2632-41CE-AED8-F5EAD87E1D67}" sibTransId="{B4DC541D-CE43-4CE3-96E4-E354A3E36759}"/>
    <dgm:cxn modelId="{C0C8CC53-0996-4BA3-BDCE-CBD8C0660301}" type="presOf" srcId="{F7EA5CDC-CFB8-4633-A141-1546D26420AE}" destId="{8AF2DEAD-A198-4794-A6D3-16F0F2E9F147}" srcOrd="0" destOrd="0" presId="urn:microsoft.com/office/officeart/2005/8/layout/vList5"/>
    <dgm:cxn modelId="{386F4957-CCB8-4148-90D1-04B80E3891DF}" srcId="{F7EA5CDC-CFB8-4633-A141-1546D26420AE}" destId="{2EF45600-820D-4404-878E-D3B6718CF6EB}" srcOrd="0" destOrd="0" parTransId="{8636BE9D-20C8-4F1E-9C53-4DD3A4BB1443}" sibTransId="{B3B04D87-7CA2-42E0-A8A9-5FE5E5022E87}"/>
    <dgm:cxn modelId="{558EB757-F23C-438C-A1F4-FEB3993EC4AD}" type="presOf" srcId="{B06695C4-B8E1-4EC2-A24B-9D8CF6C81D8C}" destId="{EDADFE01-8269-42A7-8A56-D3E7C9459FC9}" srcOrd="0" destOrd="0" presId="urn:microsoft.com/office/officeart/2005/8/layout/vList5"/>
    <dgm:cxn modelId="{26AFBB7C-638C-41A1-9134-E104AD1758A0}" srcId="{E44F34A5-4E54-4F81-95CC-6E93B423D16A}" destId="{B06695C4-B8E1-4EC2-A24B-9D8CF6C81D8C}" srcOrd="0" destOrd="0" parTransId="{0F850736-533D-4463-B289-56611B096235}" sibTransId="{0C93E42E-1325-45C2-890A-47FF98EE22B2}"/>
    <dgm:cxn modelId="{3A9B7D81-2A12-43D2-B2FC-09BF89DD589F}" type="presOf" srcId="{E44F34A5-4E54-4F81-95CC-6E93B423D16A}" destId="{FDAA149E-D7F2-4CF7-8384-CACA1695FE25}" srcOrd="0" destOrd="0" presId="urn:microsoft.com/office/officeart/2005/8/layout/vList5"/>
    <dgm:cxn modelId="{C6D44089-BB82-4BFB-A7E3-30096964D22F}" srcId="{F7EA5CDC-CFB8-4633-A141-1546D26420AE}" destId="{5DBDF476-504C-43C0-AF2A-F8C4020BF9E2}" srcOrd="1" destOrd="0" parTransId="{6AC20B86-30B0-4930-B9F1-2A75F7EA4973}" sibTransId="{41D7745B-7B67-49F6-A695-B3316CEEB5C9}"/>
    <dgm:cxn modelId="{C3C6A1A4-A0C8-4B2D-A162-7F699D0D49B4}" srcId="{F7EA5CDC-CFB8-4633-A141-1546D26420AE}" destId="{E44F34A5-4E54-4F81-95CC-6E93B423D16A}" srcOrd="2" destOrd="0" parTransId="{D3D6013F-1EF7-4F91-8B0E-74DC8FBAC7E0}" sibTransId="{5EFAADB2-F215-4C26-BBBE-496295FA8A60}"/>
    <dgm:cxn modelId="{ED71D5A5-5FC3-44C8-A840-0C12DF04508C}" type="presOf" srcId="{A5B65D64-AE6E-462E-97F3-0844473691EE}" destId="{A0288D40-3349-4184-B59E-89050FC2010A}" srcOrd="0" destOrd="0" presId="urn:microsoft.com/office/officeart/2005/8/layout/vList5"/>
    <dgm:cxn modelId="{5FBC03CA-3BEE-4CC9-9234-84DD1CA09234}" srcId="{D3D0AA19-0A23-41C7-BC24-40FEEB896132}" destId="{A5B65D64-AE6E-462E-97F3-0844473691EE}" srcOrd="0" destOrd="0" parTransId="{BC7119E5-6778-4ED8-AF77-97AE018A690F}" sibTransId="{106ABA86-74CF-4EA4-A160-90E319BAFA71}"/>
    <dgm:cxn modelId="{97CB62CA-EC9A-4E1E-A915-359C26C589A0}" srcId="{848CB8B1-486A-4105-8002-8A376C6F1E3B}" destId="{E27CD098-A3AF-4B3C-AA4B-0BA9442AC951}" srcOrd="0" destOrd="0" parTransId="{1F86BEC4-8A43-4E4F-A587-793EF6B3FCC5}" sibTransId="{A813828A-72B4-4E4C-A378-8C352E6435BA}"/>
    <dgm:cxn modelId="{05AD85EF-A337-4A27-802A-F8D5B91CD392}" type="presOf" srcId="{D28FB131-D2ED-4708-802E-FAF2EAF052D9}" destId="{BD8AC133-9E6A-4DB9-AC87-145B1FEF9895}" srcOrd="0" destOrd="0" presId="urn:microsoft.com/office/officeart/2005/8/layout/vList5"/>
    <dgm:cxn modelId="{2AEFBBEF-C57B-48F5-8B53-F9258031D8D2}" type="presOf" srcId="{A2B81ABD-C676-427A-96F0-37553F42603B}" destId="{70971379-DB9D-4D01-B8D0-C092933EB8BF}" srcOrd="0" destOrd="0" presId="urn:microsoft.com/office/officeart/2005/8/layout/vList5"/>
    <dgm:cxn modelId="{32AD1366-2347-410C-A155-828CE57DF0F0}" type="presParOf" srcId="{8AF2DEAD-A198-4794-A6D3-16F0F2E9F147}" destId="{107C51FE-B99D-4A1E-A554-49162A44DA1F}" srcOrd="0" destOrd="0" presId="urn:microsoft.com/office/officeart/2005/8/layout/vList5"/>
    <dgm:cxn modelId="{A36F8476-E86A-4C76-8D50-CC73ADA19D14}" type="presParOf" srcId="{107C51FE-B99D-4A1E-A554-49162A44DA1F}" destId="{0B1A38AE-E763-4AFC-964E-981101BE9427}" srcOrd="0" destOrd="0" presId="urn:microsoft.com/office/officeart/2005/8/layout/vList5"/>
    <dgm:cxn modelId="{42880D54-93F5-4A13-93D9-D6393965E075}" type="presParOf" srcId="{107C51FE-B99D-4A1E-A554-49162A44DA1F}" destId="{70971379-DB9D-4D01-B8D0-C092933EB8BF}" srcOrd="1" destOrd="0" presId="urn:microsoft.com/office/officeart/2005/8/layout/vList5"/>
    <dgm:cxn modelId="{6B8F3E5F-5AD8-4305-BD83-98F9801535FC}" type="presParOf" srcId="{8AF2DEAD-A198-4794-A6D3-16F0F2E9F147}" destId="{3989C6D7-E9D3-48D4-B635-6DE55DB58F5F}" srcOrd="1" destOrd="0" presId="urn:microsoft.com/office/officeart/2005/8/layout/vList5"/>
    <dgm:cxn modelId="{EFB0EB6A-A4B3-499F-990D-EBDE836E0CBC}" type="presParOf" srcId="{8AF2DEAD-A198-4794-A6D3-16F0F2E9F147}" destId="{AB33E8FE-CBAA-47F2-9679-3B778F5004E7}" srcOrd="2" destOrd="0" presId="urn:microsoft.com/office/officeart/2005/8/layout/vList5"/>
    <dgm:cxn modelId="{2DB16027-A249-4F6D-A4CF-D200E3551E25}" type="presParOf" srcId="{AB33E8FE-CBAA-47F2-9679-3B778F5004E7}" destId="{CEAE2FBD-3DC8-4136-9CAA-7FEEAFEE4B5A}" srcOrd="0" destOrd="0" presId="urn:microsoft.com/office/officeart/2005/8/layout/vList5"/>
    <dgm:cxn modelId="{D398AA97-4238-46D0-90EB-5EEB6E3030CB}" type="presParOf" srcId="{AB33E8FE-CBAA-47F2-9679-3B778F5004E7}" destId="{B5822461-DF9C-47B9-B254-51626EB51D74}" srcOrd="1" destOrd="0" presId="urn:microsoft.com/office/officeart/2005/8/layout/vList5"/>
    <dgm:cxn modelId="{010AD18F-223E-4A9A-8E84-6F4F617E0411}" type="presParOf" srcId="{8AF2DEAD-A198-4794-A6D3-16F0F2E9F147}" destId="{A496D419-2B96-4587-9F7F-C2CB2D893F3C}" srcOrd="3" destOrd="0" presId="urn:microsoft.com/office/officeart/2005/8/layout/vList5"/>
    <dgm:cxn modelId="{8989FEDB-7194-4426-AC08-1909A640A1A9}" type="presParOf" srcId="{8AF2DEAD-A198-4794-A6D3-16F0F2E9F147}" destId="{17056D14-1EFB-47FA-937D-4439D4877F1B}" srcOrd="4" destOrd="0" presId="urn:microsoft.com/office/officeart/2005/8/layout/vList5"/>
    <dgm:cxn modelId="{020830DF-8E4B-4E5C-8C26-77AFDFE57EED}" type="presParOf" srcId="{17056D14-1EFB-47FA-937D-4439D4877F1B}" destId="{FDAA149E-D7F2-4CF7-8384-CACA1695FE25}" srcOrd="0" destOrd="0" presId="urn:microsoft.com/office/officeart/2005/8/layout/vList5"/>
    <dgm:cxn modelId="{4B78EB1D-1657-4C28-A9E0-01E46085208A}" type="presParOf" srcId="{17056D14-1EFB-47FA-937D-4439D4877F1B}" destId="{EDADFE01-8269-42A7-8A56-D3E7C9459FC9}" srcOrd="1" destOrd="0" presId="urn:microsoft.com/office/officeart/2005/8/layout/vList5"/>
    <dgm:cxn modelId="{E7FCACF3-BE50-4D0D-8496-0BCF4DF40D39}" type="presParOf" srcId="{8AF2DEAD-A198-4794-A6D3-16F0F2E9F147}" destId="{3AD1CF7C-C4F2-43D1-862F-346CE0E364CF}" srcOrd="5" destOrd="0" presId="urn:microsoft.com/office/officeart/2005/8/layout/vList5"/>
    <dgm:cxn modelId="{DF5DC4C6-8443-4B1A-9FD0-D199EA61B4D5}" type="presParOf" srcId="{8AF2DEAD-A198-4794-A6D3-16F0F2E9F147}" destId="{6451D6C2-61FF-4F82-9C75-F17A58791F79}" srcOrd="6" destOrd="0" presId="urn:microsoft.com/office/officeart/2005/8/layout/vList5"/>
    <dgm:cxn modelId="{6F38C604-0252-4E96-A7B2-5737501F5AA5}" type="presParOf" srcId="{6451D6C2-61FF-4F82-9C75-F17A58791F79}" destId="{1B472B78-15C7-4D39-A21A-A315B0A8C57B}" srcOrd="0" destOrd="0" presId="urn:microsoft.com/office/officeart/2005/8/layout/vList5"/>
    <dgm:cxn modelId="{7EB83499-F1B3-45EF-BFB3-49C59C485CE0}" type="presParOf" srcId="{6451D6C2-61FF-4F82-9C75-F17A58791F79}" destId="{A0288D40-3349-4184-B59E-89050FC2010A}" srcOrd="1" destOrd="0" presId="urn:microsoft.com/office/officeart/2005/8/layout/vList5"/>
    <dgm:cxn modelId="{05AD6BA7-0DC1-4D00-BA67-CD068EEF718F}" type="presParOf" srcId="{8AF2DEAD-A198-4794-A6D3-16F0F2E9F147}" destId="{F97276BF-29A0-472A-AA74-A1CB83CFCEBC}" srcOrd="7" destOrd="0" presId="urn:microsoft.com/office/officeart/2005/8/layout/vList5"/>
    <dgm:cxn modelId="{95F8E1BE-A78F-4EB6-9A3F-A154255C251F}" type="presParOf" srcId="{8AF2DEAD-A198-4794-A6D3-16F0F2E9F147}" destId="{20A4580D-A3D0-4DE7-8168-9679EA2FF483}" srcOrd="8" destOrd="0" presId="urn:microsoft.com/office/officeart/2005/8/layout/vList5"/>
    <dgm:cxn modelId="{1D195444-CFA5-45A3-8133-6350F9A90631}" type="presParOf" srcId="{20A4580D-A3D0-4DE7-8168-9679EA2FF483}" destId="{8A5BB064-6283-46FD-82D4-9EB880B8711D}" srcOrd="0" destOrd="0" presId="urn:microsoft.com/office/officeart/2005/8/layout/vList5"/>
    <dgm:cxn modelId="{4CF4F777-8D3E-454C-8816-683547668D05}" type="presParOf" srcId="{20A4580D-A3D0-4DE7-8168-9679EA2FF483}" destId="{8FD11587-CBBC-4B76-A016-C93E12EE5673}" srcOrd="1" destOrd="0" presId="urn:microsoft.com/office/officeart/2005/8/layout/vList5"/>
    <dgm:cxn modelId="{203BEF85-2566-4FD9-A3F5-A957232B78C4}" type="presParOf" srcId="{8AF2DEAD-A198-4794-A6D3-16F0F2E9F147}" destId="{A6A46208-8E8B-4B47-A81F-67E309702401}" srcOrd="9" destOrd="0" presId="urn:microsoft.com/office/officeart/2005/8/layout/vList5"/>
    <dgm:cxn modelId="{D4C8A08D-BDC1-4ECC-98E8-F2D189C67D6E}" type="presParOf" srcId="{8AF2DEAD-A198-4794-A6D3-16F0F2E9F147}" destId="{02DF9A26-5FB0-44ED-B36F-E94093F9606F}" srcOrd="10" destOrd="0" presId="urn:microsoft.com/office/officeart/2005/8/layout/vList5"/>
    <dgm:cxn modelId="{7B4B3344-66DA-4D10-B5EB-E01140FA4E6B}" type="presParOf" srcId="{02DF9A26-5FB0-44ED-B36F-E94093F9606F}" destId="{BD8AC133-9E6A-4DB9-AC87-145B1FEF9895}" srcOrd="0" destOrd="0" presId="urn:microsoft.com/office/officeart/2005/8/layout/vList5"/>
    <dgm:cxn modelId="{5D1B825D-5CD0-4CE6-9A66-ECAE66229515}" type="presParOf" srcId="{02DF9A26-5FB0-44ED-B36F-E94093F9606F}" destId="{3624E767-2AD7-409F-B078-900D11C80FA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A16783-1788-45B5-9836-BAFC3CCA6DA5}"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IN"/>
        </a:p>
      </dgm:t>
    </dgm:pt>
    <dgm:pt modelId="{A50B1754-65F6-439A-B844-99F65904633D}">
      <dgm:prSet phldrT="[Text]" custT="1"/>
      <dgm:spPr>
        <a:solidFill>
          <a:schemeClr val="accent5">
            <a:lumMod val="60000"/>
            <a:lumOff val="40000"/>
          </a:schemeClr>
        </a:solidFill>
      </dgm:spPr>
      <dgm:t>
        <a:bodyPr/>
        <a:lstStyle/>
        <a:p>
          <a:pPr>
            <a:buNone/>
          </a:pPr>
          <a:r>
            <a:rPr lang="en-IN" sz="1400" b="1" dirty="0"/>
            <a:t>7. Fraud Alert Triggered</a:t>
          </a:r>
          <a:endParaRPr lang="en-IN" sz="1400" dirty="0"/>
        </a:p>
      </dgm:t>
    </dgm:pt>
    <dgm:pt modelId="{9145932F-2B41-4C06-BCAB-7C2C15173617}" type="parTrans" cxnId="{1724BD17-6585-4F5C-8FD4-EBB92F8D2A59}">
      <dgm:prSet/>
      <dgm:spPr/>
      <dgm:t>
        <a:bodyPr/>
        <a:lstStyle/>
        <a:p>
          <a:endParaRPr lang="en-IN"/>
        </a:p>
      </dgm:t>
    </dgm:pt>
    <dgm:pt modelId="{A6D19746-737B-4404-8BF5-53E14CD2D53C}" type="sibTrans" cxnId="{1724BD17-6585-4F5C-8FD4-EBB92F8D2A59}">
      <dgm:prSet/>
      <dgm:spPr/>
      <dgm:t>
        <a:bodyPr/>
        <a:lstStyle/>
        <a:p>
          <a:endParaRPr lang="en-IN"/>
        </a:p>
      </dgm:t>
    </dgm:pt>
    <dgm:pt modelId="{C6815E07-761C-4FF2-ADDF-CE8567A0E499}">
      <dgm:prSet phldrT="[Text]" custT="1"/>
      <dgm:spPr/>
      <dgm:t>
        <a:bodyPr/>
        <a:lstStyle/>
        <a:p>
          <a:pPr>
            <a:buNone/>
          </a:pPr>
          <a:r>
            <a:rPr lang="en-IN" sz="1200" dirty="0"/>
            <a:t>Knowledge Graph links:</a:t>
          </a:r>
        </a:p>
      </dgm:t>
    </dgm:pt>
    <dgm:pt modelId="{74D66DE8-31B8-4871-AB7C-7B2F471A7950}" type="parTrans" cxnId="{D87AD3CA-7B25-437F-9B53-1C999C50B7A7}">
      <dgm:prSet/>
      <dgm:spPr/>
      <dgm:t>
        <a:bodyPr/>
        <a:lstStyle/>
        <a:p>
          <a:endParaRPr lang="en-IN"/>
        </a:p>
      </dgm:t>
    </dgm:pt>
    <dgm:pt modelId="{9236C24F-B7D5-4602-8A98-121FDDCE6B9E}" type="sibTrans" cxnId="{D87AD3CA-7B25-437F-9B53-1C999C50B7A7}">
      <dgm:prSet/>
      <dgm:spPr/>
      <dgm:t>
        <a:bodyPr/>
        <a:lstStyle/>
        <a:p>
          <a:endParaRPr lang="en-IN"/>
        </a:p>
      </dgm:t>
    </dgm:pt>
    <dgm:pt modelId="{97650116-2A84-4AF8-AA21-1291C88C2D1D}">
      <dgm:prSet phldrT="[Text]" custT="1"/>
      <dgm:spPr/>
      <dgm:t>
        <a:bodyPr/>
        <a:lstStyle/>
        <a:p>
          <a:pPr>
            <a:buNone/>
          </a:pPr>
          <a:r>
            <a:rPr lang="en-IN" sz="1200" dirty="0"/>
            <a:t>✓ 1 compromised provider, ✓ 6+ states, ✓ 200+ member identities, ✓ 600+ claims</a:t>
          </a:r>
        </a:p>
      </dgm:t>
    </dgm:pt>
    <dgm:pt modelId="{1C7B9BE9-1F2D-42B9-A83B-83E9E37E0613}" type="parTrans" cxnId="{954ED8AB-A3E1-43A6-9B50-3B43EE3BA9EA}">
      <dgm:prSet/>
      <dgm:spPr/>
      <dgm:t>
        <a:bodyPr/>
        <a:lstStyle/>
        <a:p>
          <a:endParaRPr lang="en-IN"/>
        </a:p>
      </dgm:t>
    </dgm:pt>
    <dgm:pt modelId="{4315A0A6-05D1-46C6-9B03-C581B7546EFC}" type="sibTrans" cxnId="{954ED8AB-A3E1-43A6-9B50-3B43EE3BA9EA}">
      <dgm:prSet/>
      <dgm:spPr/>
      <dgm:t>
        <a:bodyPr/>
        <a:lstStyle/>
        <a:p>
          <a:endParaRPr lang="en-IN"/>
        </a:p>
      </dgm:t>
    </dgm:pt>
    <dgm:pt modelId="{FEE57789-5432-4323-A02B-DC0B8C1D986A}">
      <dgm:prSet phldrT="[Text]" custT="1"/>
      <dgm:spPr/>
      <dgm:t>
        <a:bodyPr/>
        <a:lstStyle/>
        <a:p>
          <a:pPr>
            <a:buNone/>
          </a:pPr>
          <a:r>
            <a:rPr lang="en-IN" sz="1200" dirty="0"/>
            <a:t>✓ 3 shared IPs &amp; 1 device fingerprint, ✓ License mismatches &amp; timing overlaps</a:t>
          </a:r>
        </a:p>
      </dgm:t>
    </dgm:pt>
    <dgm:pt modelId="{18D95400-2166-4B71-AF62-6CC99E94AE1D}" type="parTrans" cxnId="{FD299A8D-FD7D-4CE6-847A-65DDAC9ACDC6}">
      <dgm:prSet/>
      <dgm:spPr/>
      <dgm:t>
        <a:bodyPr/>
        <a:lstStyle/>
        <a:p>
          <a:endParaRPr lang="en-IN"/>
        </a:p>
      </dgm:t>
    </dgm:pt>
    <dgm:pt modelId="{3234EB9C-C5C4-4CE8-B337-F12973917434}" type="sibTrans" cxnId="{FD299A8D-FD7D-4CE6-847A-65DDAC9ACDC6}">
      <dgm:prSet/>
      <dgm:spPr/>
      <dgm:t>
        <a:bodyPr/>
        <a:lstStyle/>
        <a:p>
          <a:endParaRPr lang="en-IN"/>
        </a:p>
      </dgm:t>
    </dgm:pt>
    <dgm:pt modelId="{AF36C3BE-764E-4D8F-8FFB-7B27B1A763AF}">
      <dgm:prSet phldrT="[Text]" custT="1"/>
      <dgm:spPr/>
      <dgm:t>
        <a:bodyPr/>
        <a:lstStyle/>
        <a:p>
          <a:pPr>
            <a:buNone/>
          </a:pPr>
          <a:r>
            <a:rPr lang="en-IN" sz="1200" dirty="0"/>
            <a:t>The system raises a strong fraud‑ring alert for SIU investigation.</a:t>
          </a:r>
        </a:p>
      </dgm:t>
    </dgm:pt>
    <dgm:pt modelId="{719421BD-4C9E-4E3E-B5E8-E8F6499E0693}" type="parTrans" cxnId="{2A103483-7885-4513-A9DE-7614E4A5AC56}">
      <dgm:prSet/>
      <dgm:spPr/>
      <dgm:t>
        <a:bodyPr/>
        <a:lstStyle/>
        <a:p>
          <a:endParaRPr lang="en-IN"/>
        </a:p>
      </dgm:t>
    </dgm:pt>
    <dgm:pt modelId="{A8F924B1-E6DD-41B4-87A4-748374C9333E}" type="sibTrans" cxnId="{2A103483-7885-4513-A9DE-7614E4A5AC56}">
      <dgm:prSet/>
      <dgm:spPr/>
      <dgm:t>
        <a:bodyPr/>
        <a:lstStyle/>
        <a:p>
          <a:endParaRPr lang="en-IN"/>
        </a:p>
      </dgm:t>
    </dgm:pt>
    <dgm:pt modelId="{49DCF592-FA49-4238-BF2E-0F76FE5FD0AD}" type="pres">
      <dgm:prSet presAssocID="{A5A16783-1788-45B5-9836-BAFC3CCA6DA5}" presName="Name0" presStyleCnt="0">
        <dgm:presLayoutVars>
          <dgm:dir/>
          <dgm:animLvl val="lvl"/>
          <dgm:resizeHandles/>
        </dgm:presLayoutVars>
      </dgm:prSet>
      <dgm:spPr/>
    </dgm:pt>
    <dgm:pt modelId="{BE0A6D62-4E7A-41F5-BE56-BE5AB63461FE}" type="pres">
      <dgm:prSet presAssocID="{A50B1754-65F6-439A-B844-99F65904633D}" presName="linNode" presStyleCnt="0"/>
      <dgm:spPr/>
    </dgm:pt>
    <dgm:pt modelId="{0E754908-71B8-4AC1-A5E1-63CCEFAB0D9C}" type="pres">
      <dgm:prSet presAssocID="{A50B1754-65F6-439A-B844-99F65904633D}" presName="parentShp" presStyleLbl="node1" presStyleIdx="0" presStyleCnt="1" custScaleX="91319">
        <dgm:presLayoutVars>
          <dgm:bulletEnabled val="1"/>
        </dgm:presLayoutVars>
      </dgm:prSet>
      <dgm:spPr/>
    </dgm:pt>
    <dgm:pt modelId="{80A7C065-B7A3-4EE6-8A9B-AEC14A5F0C35}" type="pres">
      <dgm:prSet presAssocID="{A50B1754-65F6-439A-B844-99F65904633D}" presName="childShp" presStyleLbl="bgAccFollowNode1" presStyleIdx="0" presStyleCnt="1" custScaleX="139490">
        <dgm:presLayoutVars>
          <dgm:bulletEnabled val="1"/>
        </dgm:presLayoutVars>
      </dgm:prSet>
      <dgm:spPr/>
    </dgm:pt>
  </dgm:ptLst>
  <dgm:cxnLst>
    <dgm:cxn modelId="{1724BD17-6585-4F5C-8FD4-EBB92F8D2A59}" srcId="{A5A16783-1788-45B5-9836-BAFC3CCA6DA5}" destId="{A50B1754-65F6-439A-B844-99F65904633D}" srcOrd="0" destOrd="0" parTransId="{9145932F-2B41-4C06-BCAB-7C2C15173617}" sibTransId="{A6D19746-737B-4404-8BF5-53E14CD2D53C}"/>
    <dgm:cxn modelId="{E44FF938-0980-41C5-8312-9E10FDAEB696}" type="presOf" srcId="{A5A16783-1788-45B5-9836-BAFC3CCA6DA5}" destId="{49DCF592-FA49-4238-BF2E-0F76FE5FD0AD}" srcOrd="0" destOrd="0" presId="urn:microsoft.com/office/officeart/2005/8/layout/vList6"/>
    <dgm:cxn modelId="{84781062-F10A-4ACB-8C21-1351FA871562}" type="presOf" srcId="{FEE57789-5432-4323-A02B-DC0B8C1D986A}" destId="{80A7C065-B7A3-4EE6-8A9B-AEC14A5F0C35}" srcOrd="0" destOrd="2" presId="urn:microsoft.com/office/officeart/2005/8/layout/vList6"/>
    <dgm:cxn modelId="{7AE68442-78BF-43CA-9AAE-DE0898FBC63C}" type="presOf" srcId="{A50B1754-65F6-439A-B844-99F65904633D}" destId="{0E754908-71B8-4AC1-A5E1-63CCEFAB0D9C}" srcOrd="0" destOrd="0" presId="urn:microsoft.com/office/officeart/2005/8/layout/vList6"/>
    <dgm:cxn modelId="{3519374B-813E-4406-B400-2E07570BD89B}" type="presOf" srcId="{C6815E07-761C-4FF2-ADDF-CE8567A0E499}" destId="{80A7C065-B7A3-4EE6-8A9B-AEC14A5F0C35}" srcOrd="0" destOrd="0" presId="urn:microsoft.com/office/officeart/2005/8/layout/vList6"/>
    <dgm:cxn modelId="{2A103483-7885-4513-A9DE-7614E4A5AC56}" srcId="{A50B1754-65F6-439A-B844-99F65904633D}" destId="{AF36C3BE-764E-4D8F-8FFB-7B27B1A763AF}" srcOrd="3" destOrd="0" parTransId="{719421BD-4C9E-4E3E-B5E8-E8F6499E0693}" sibTransId="{A8F924B1-E6DD-41B4-87A4-748374C9333E}"/>
    <dgm:cxn modelId="{FD299A8D-FD7D-4CE6-847A-65DDAC9ACDC6}" srcId="{A50B1754-65F6-439A-B844-99F65904633D}" destId="{FEE57789-5432-4323-A02B-DC0B8C1D986A}" srcOrd="2" destOrd="0" parTransId="{18D95400-2166-4B71-AF62-6CC99E94AE1D}" sibTransId="{3234EB9C-C5C4-4CE8-B337-F12973917434}"/>
    <dgm:cxn modelId="{6BEDF5AA-100C-4040-B147-A138F2A908EE}" type="presOf" srcId="{AF36C3BE-764E-4D8F-8FFB-7B27B1A763AF}" destId="{80A7C065-B7A3-4EE6-8A9B-AEC14A5F0C35}" srcOrd="0" destOrd="3" presId="urn:microsoft.com/office/officeart/2005/8/layout/vList6"/>
    <dgm:cxn modelId="{954ED8AB-A3E1-43A6-9B50-3B43EE3BA9EA}" srcId="{A50B1754-65F6-439A-B844-99F65904633D}" destId="{97650116-2A84-4AF8-AA21-1291C88C2D1D}" srcOrd="1" destOrd="0" parTransId="{1C7B9BE9-1F2D-42B9-A83B-83E9E37E0613}" sibTransId="{4315A0A6-05D1-46C6-9B03-C581B7546EFC}"/>
    <dgm:cxn modelId="{D87AD3CA-7B25-437F-9B53-1C999C50B7A7}" srcId="{A50B1754-65F6-439A-B844-99F65904633D}" destId="{C6815E07-761C-4FF2-ADDF-CE8567A0E499}" srcOrd="0" destOrd="0" parTransId="{74D66DE8-31B8-4871-AB7C-7B2F471A7950}" sibTransId="{9236C24F-B7D5-4602-8A98-121FDDCE6B9E}"/>
    <dgm:cxn modelId="{A117A5FE-530F-4AFD-9146-AD029933B086}" type="presOf" srcId="{97650116-2A84-4AF8-AA21-1291C88C2D1D}" destId="{80A7C065-B7A3-4EE6-8A9B-AEC14A5F0C35}" srcOrd="0" destOrd="1" presId="urn:microsoft.com/office/officeart/2005/8/layout/vList6"/>
    <dgm:cxn modelId="{FF68E12E-E8C8-4209-A7C5-EBC966839487}" type="presParOf" srcId="{49DCF592-FA49-4238-BF2E-0F76FE5FD0AD}" destId="{BE0A6D62-4E7A-41F5-BE56-BE5AB63461FE}" srcOrd="0" destOrd="0" presId="urn:microsoft.com/office/officeart/2005/8/layout/vList6"/>
    <dgm:cxn modelId="{AAACF722-7200-492C-A596-48BB2EB4F3C7}" type="presParOf" srcId="{BE0A6D62-4E7A-41F5-BE56-BE5AB63461FE}" destId="{0E754908-71B8-4AC1-A5E1-63CCEFAB0D9C}" srcOrd="0" destOrd="0" presId="urn:microsoft.com/office/officeart/2005/8/layout/vList6"/>
    <dgm:cxn modelId="{CE36F82F-1917-43A1-80DC-A9DC4BAA2AB3}" type="presParOf" srcId="{BE0A6D62-4E7A-41F5-BE56-BE5AB63461FE}" destId="{80A7C065-B7A3-4EE6-8A9B-AEC14A5F0C35}" srcOrd="1" destOrd="0" presId="urn:microsoft.com/office/officeart/2005/8/layout/v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71379-DB9D-4D01-B8D0-C092933EB8BF}">
      <dsp:nvSpPr>
        <dsp:cNvPr id="0" name=""/>
        <dsp:cNvSpPr/>
      </dsp:nvSpPr>
      <dsp:spPr>
        <a:xfrm rot="5400000">
          <a:off x="7051039" y="-3823838"/>
          <a:ext cx="576608" cy="8370913"/>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None/>
          </a:pPr>
          <a:r>
            <a:rPr lang="en-IN" sz="1200" kern="1200" dirty="0"/>
            <a:t>Fraudsters steal a real provider’s NPI, credentials - enabling them to impersonate the provider flawlessly.</a:t>
          </a:r>
        </a:p>
      </dsp:txBody>
      <dsp:txXfrm rot="-5400000">
        <a:off x="3153887" y="101462"/>
        <a:ext cx="8342765" cy="520312"/>
      </dsp:txXfrm>
    </dsp:sp>
    <dsp:sp modelId="{0B1A38AE-E763-4AFC-964E-981101BE9427}">
      <dsp:nvSpPr>
        <dsp:cNvPr id="0" name=""/>
        <dsp:cNvSpPr/>
      </dsp:nvSpPr>
      <dsp:spPr>
        <a:xfrm>
          <a:off x="98" y="1237"/>
          <a:ext cx="3153788" cy="7207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l" defTabSz="533400">
            <a:lnSpc>
              <a:spcPct val="90000"/>
            </a:lnSpc>
            <a:spcBef>
              <a:spcPct val="0"/>
            </a:spcBef>
            <a:spcAft>
              <a:spcPct val="35000"/>
            </a:spcAft>
            <a:buNone/>
          </a:pPr>
          <a:r>
            <a:rPr lang="en-IN" sz="1200" b="1" kern="1200" dirty="0"/>
            <a:t>1. Provider Identity Compromised</a:t>
          </a:r>
          <a:endParaRPr lang="en-IN" sz="1200" kern="1200" dirty="0"/>
        </a:p>
      </dsp:txBody>
      <dsp:txXfrm>
        <a:off x="35283" y="36422"/>
        <a:ext cx="3083418" cy="650390"/>
      </dsp:txXfrm>
    </dsp:sp>
    <dsp:sp modelId="{B5822461-DF9C-47B9-B254-51626EB51D74}">
      <dsp:nvSpPr>
        <dsp:cNvPr id="0" name=""/>
        <dsp:cNvSpPr/>
      </dsp:nvSpPr>
      <dsp:spPr>
        <a:xfrm rot="5400000">
          <a:off x="7065509" y="-3054825"/>
          <a:ext cx="576608" cy="8346484"/>
        </a:xfrm>
        <a:prstGeom prst="round2SameRect">
          <a:avLst/>
        </a:prstGeom>
        <a:solidFill>
          <a:schemeClr val="accent5">
            <a:tint val="40000"/>
            <a:alpha val="90000"/>
            <a:hueOff val="-2153121"/>
            <a:satOff val="-2858"/>
            <a:lumOff val="1986"/>
            <a:alphaOff val="0"/>
          </a:schemeClr>
        </a:solidFill>
        <a:ln w="19050" cap="flat" cmpd="sng" algn="ctr">
          <a:solidFill>
            <a:schemeClr val="accent5">
              <a:tint val="40000"/>
              <a:alpha val="90000"/>
              <a:hueOff val="-2153121"/>
              <a:satOff val="-2858"/>
              <a:lumOff val="19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None/>
          </a:pPr>
          <a:r>
            <a:rPr lang="en-IN" sz="1200" kern="1200" dirty="0"/>
            <a:t>Fraud ring starts submitting telehealth encounters for members across several states (FL, TX, WA, AZ, GA, IL), despite the real provider being licensed only in NY/NJ.</a:t>
          </a:r>
        </a:p>
      </dsp:txBody>
      <dsp:txXfrm rot="-5400000">
        <a:off x="3180571" y="858261"/>
        <a:ext cx="8318336" cy="520312"/>
      </dsp:txXfrm>
    </dsp:sp>
    <dsp:sp modelId="{CEAE2FBD-3DC8-4136-9CAA-7FEEAFEE4B5A}">
      <dsp:nvSpPr>
        <dsp:cNvPr id="0" name=""/>
        <dsp:cNvSpPr/>
      </dsp:nvSpPr>
      <dsp:spPr>
        <a:xfrm>
          <a:off x="98" y="758036"/>
          <a:ext cx="3180473" cy="720760"/>
        </a:xfrm>
        <a:prstGeom prst="roundRect">
          <a:avLst/>
        </a:prstGeom>
        <a:solidFill>
          <a:schemeClr val="accent5">
            <a:hueOff val="-2144973"/>
            <a:satOff val="-9796"/>
            <a:lumOff val="886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l" defTabSz="533400">
            <a:lnSpc>
              <a:spcPct val="90000"/>
            </a:lnSpc>
            <a:spcBef>
              <a:spcPct val="0"/>
            </a:spcBef>
            <a:spcAft>
              <a:spcPct val="35000"/>
            </a:spcAft>
            <a:buNone/>
          </a:pPr>
          <a:r>
            <a:rPr lang="en-IN" sz="1200" b="1" kern="1200" dirty="0"/>
            <a:t>2. Multi‑State Telehealth Scam Begins</a:t>
          </a:r>
          <a:endParaRPr lang="en-IN" sz="1200" kern="1200" dirty="0"/>
        </a:p>
      </dsp:txBody>
      <dsp:txXfrm>
        <a:off x="35283" y="793221"/>
        <a:ext cx="3110103" cy="650390"/>
      </dsp:txXfrm>
    </dsp:sp>
    <dsp:sp modelId="{EDADFE01-8269-42A7-8A56-D3E7C9459FC9}">
      <dsp:nvSpPr>
        <dsp:cNvPr id="0" name=""/>
        <dsp:cNvSpPr/>
      </dsp:nvSpPr>
      <dsp:spPr>
        <a:xfrm rot="5400000">
          <a:off x="7068885" y="-2288034"/>
          <a:ext cx="576608" cy="8326500"/>
        </a:xfrm>
        <a:prstGeom prst="round2SameRect">
          <a:avLst/>
        </a:prstGeom>
        <a:solidFill>
          <a:schemeClr val="accent5">
            <a:tint val="40000"/>
            <a:alpha val="90000"/>
            <a:hueOff val="-4306243"/>
            <a:satOff val="-5717"/>
            <a:lumOff val="3971"/>
            <a:alphaOff val="0"/>
          </a:schemeClr>
        </a:solidFill>
        <a:ln w="19050" cap="flat" cmpd="sng" algn="ctr">
          <a:solidFill>
            <a:schemeClr val="accent5">
              <a:tint val="40000"/>
              <a:alpha val="90000"/>
              <a:hueOff val="-4306243"/>
              <a:satOff val="-5717"/>
              <a:lumOff val="397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None/>
          </a:pPr>
          <a:r>
            <a:rPr lang="en-IN" sz="1200" kern="1200" dirty="0"/>
            <a:t>Hundreds of telehealth “visits” are generated using identical documentation: same templates, same ICD codes, same 2‑minute durations.</a:t>
          </a:r>
        </a:p>
      </dsp:txBody>
      <dsp:txXfrm rot="-5400000">
        <a:off x="3193939" y="1615060"/>
        <a:ext cx="8298352" cy="520312"/>
      </dsp:txXfrm>
    </dsp:sp>
    <dsp:sp modelId="{FDAA149E-D7F2-4CF7-8384-CACA1695FE25}">
      <dsp:nvSpPr>
        <dsp:cNvPr id="0" name=""/>
        <dsp:cNvSpPr/>
      </dsp:nvSpPr>
      <dsp:spPr>
        <a:xfrm>
          <a:off x="98" y="1514834"/>
          <a:ext cx="3193841" cy="720760"/>
        </a:xfrm>
        <a:prstGeom prst="roundRect">
          <a:avLst/>
        </a:prstGeom>
        <a:solidFill>
          <a:srgbClr val="2E308E">
            <a:hueOff val="-1787478"/>
            <a:satOff val="-8164"/>
            <a:lumOff val="7386"/>
            <a:alphaOff val="0"/>
          </a:srgbClr>
        </a:solidFill>
        <a:ln w="1905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30480" bIns="15240" numCol="1" spcCol="1270" anchor="ctr" anchorCtr="0">
          <a:noAutofit/>
        </a:bodyPr>
        <a:lstStyle/>
        <a:p>
          <a:pPr marL="0" lvl="0" indent="0" algn="l" defTabSz="355600">
            <a:lnSpc>
              <a:spcPct val="90000"/>
            </a:lnSpc>
            <a:spcBef>
              <a:spcPct val="0"/>
            </a:spcBef>
            <a:spcAft>
              <a:spcPct val="35000"/>
            </a:spcAft>
            <a:buNone/>
          </a:pPr>
          <a:r>
            <a:rPr lang="en-IN" sz="1200" b="1" kern="1200" dirty="0">
              <a:solidFill>
                <a:srgbClr val="FFFFFF"/>
              </a:solidFill>
              <a:latin typeface="Arial" panose="020B0604020202020204"/>
              <a:ea typeface="+mn-ea"/>
              <a:cs typeface="+mn-cs"/>
            </a:rPr>
            <a:t>3. Fake Telehealth Visits Created</a:t>
          </a:r>
        </a:p>
      </dsp:txBody>
      <dsp:txXfrm>
        <a:off x="35283" y="1550019"/>
        <a:ext cx="3123471" cy="650390"/>
      </dsp:txXfrm>
    </dsp:sp>
    <dsp:sp modelId="{A0288D40-3349-4184-B59E-89050FC2010A}">
      <dsp:nvSpPr>
        <dsp:cNvPr id="0" name=""/>
        <dsp:cNvSpPr/>
      </dsp:nvSpPr>
      <dsp:spPr>
        <a:xfrm rot="5400000">
          <a:off x="7051387" y="-1550468"/>
          <a:ext cx="576608" cy="8364965"/>
        </a:xfrm>
        <a:prstGeom prst="round2SameRect">
          <a:avLst/>
        </a:prstGeom>
        <a:solidFill>
          <a:schemeClr val="accent5">
            <a:tint val="40000"/>
            <a:alpha val="90000"/>
            <a:hueOff val="-6459364"/>
            <a:satOff val="-8575"/>
            <a:lumOff val="5957"/>
            <a:alphaOff val="0"/>
          </a:schemeClr>
        </a:solidFill>
        <a:ln w="19050" cap="flat" cmpd="sng" algn="ctr">
          <a:solidFill>
            <a:schemeClr val="accent5">
              <a:tint val="40000"/>
              <a:alpha val="90000"/>
              <a:hueOff val="-6459364"/>
              <a:satOff val="-8575"/>
              <a:lumOff val="59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None/>
          </a:pPr>
          <a:r>
            <a:rPr lang="en-IN" sz="1200" kern="1200" dirty="0"/>
            <a:t>Most telehealth sessions originate from the same IP address and the same device/browser fingerprint - reused across many members in multiple states.</a:t>
          </a:r>
        </a:p>
      </dsp:txBody>
      <dsp:txXfrm rot="-5400000">
        <a:off x="3157209" y="2371858"/>
        <a:ext cx="8336817" cy="520312"/>
      </dsp:txXfrm>
    </dsp:sp>
    <dsp:sp modelId="{1B472B78-15C7-4D39-A21A-A315B0A8C57B}">
      <dsp:nvSpPr>
        <dsp:cNvPr id="0" name=""/>
        <dsp:cNvSpPr/>
      </dsp:nvSpPr>
      <dsp:spPr>
        <a:xfrm>
          <a:off x="98" y="2271633"/>
          <a:ext cx="3157110" cy="720760"/>
        </a:xfrm>
        <a:prstGeom prst="roundRect">
          <a:avLst/>
        </a:prstGeom>
        <a:solidFill>
          <a:schemeClr val="accent5">
            <a:hueOff val="-6434921"/>
            <a:satOff val="-29389"/>
            <a:lumOff val="2658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l" defTabSz="533400">
            <a:lnSpc>
              <a:spcPct val="90000"/>
            </a:lnSpc>
            <a:spcBef>
              <a:spcPct val="0"/>
            </a:spcBef>
            <a:spcAft>
              <a:spcPct val="35000"/>
            </a:spcAft>
            <a:buNone/>
          </a:pPr>
          <a:r>
            <a:rPr lang="en-IN" sz="1200" b="1" kern="1200" dirty="0"/>
            <a:t>4. Shared IP &amp; Device Fingerprints Reveal Coordination</a:t>
          </a:r>
          <a:endParaRPr lang="en-IN" sz="1200" kern="1200" dirty="0"/>
        </a:p>
      </dsp:txBody>
      <dsp:txXfrm>
        <a:off x="35283" y="2306818"/>
        <a:ext cx="3086740" cy="650390"/>
      </dsp:txXfrm>
    </dsp:sp>
    <dsp:sp modelId="{8FD11587-CBBC-4B76-A016-C93E12EE5673}">
      <dsp:nvSpPr>
        <dsp:cNvPr id="0" name=""/>
        <dsp:cNvSpPr/>
      </dsp:nvSpPr>
      <dsp:spPr>
        <a:xfrm rot="5400000">
          <a:off x="7051387" y="-793670"/>
          <a:ext cx="576608" cy="8364965"/>
        </a:xfrm>
        <a:prstGeom prst="round2SameRect">
          <a:avLst/>
        </a:prstGeom>
        <a:solidFill>
          <a:schemeClr val="accent5">
            <a:tint val="40000"/>
            <a:alpha val="90000"/>
            <a:hueOff val="-8612486"/>
            <a:satOff val="-11434"/>
            <a:lumOff val="7942"/>
            <a:alphaOff val="0"/>
          </a:schemeClr>
        </a:solidFill>
        <a:ln w="19050" cap="flat" cmpd="sng" algn="ctr">
          <a:solidFill>
            <a:schemeClr val="accent5">
              <a:tint val="40000"/>
              <a:alpha val="90000"/>
              <a:hueOff val="-8612486"/>
              <a:satOff val="-11434"/>
              <a:lumOff val="794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None/>
          </a:pPr>
          <a:r>
            <a:rPr lang="en-IN" sz="1200" kern="1200" dirty="0"/>
            <a:t>Claims show the provider “saw” multiple patients at the exact same minute across different states - an impossible scheduling pattern.</a:t>
          </a:r>
        </a:p>
      </dsp:txBody>
      <dsp:txXfrm rot="-5400000">
        <a:off x="3157209" y="3128656"/>
        <a:ext cx="8336817" cy="520312"/>
      </dsp:txXfrm>
    </dsp:sp>
    <dsp:sp modelId="{8A5BB064-6283-46FD-82D4-9EB880B8711D}">
      <dsp:nvSpPr>
        <dsp:cNvPr id="0" name=""/>
        <dsp:cNvSpPr/>
      </dsp:nvSpPr>
      <dsp:spPr>
        <a:xfrm>
          <a:off x="98" y="3028432"/>
          <a:ext cx="3157110" cy="720760"/>
        </a:xfrm>
        <a:prstGeom prst="roundRect">
          <a:avLst/>
        </a:prstGeom>
        <a:solidFill>
          <a:schemeClr val="accent5">
            <a:hueOff val="-8579894"/>
            <a:satOff val="-39186"/>
            <a:lumOff val="3545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l" defTabSz="533400">
            <a:lnSpc>
              <a:spcPct val="90000"/>
            </a:lnSpc>
            <a:spcBef>
              <a:spcPct val="0"/>
            </a:spcBef>
            <a:spcAft>
              <a:spcPct val="35000"/>
            </a:spcAft>
            <a:buNone/>
          </a:pPr>
          <a:r>
            <a:rPr lang="en-IN" sz="1200" b="1" kern="1200" dirty="0"/>
            <a:t>5. Impossible Timing Patterns Detected</a:t>
          </a:r>
          <a:endParaRPr lang="en-IN" sz="1200" kern="1200" dirty="0"/>
        </a:p>
      </dsp:txBody>
      <dsp:txXfrm>
        <a:off x="35283" y="3063617"/>
        <a:ext cx="3086740" cy="650390"/>
      </dsp:txXfrm>
    </dsp:sp>
    <dsp:sp modelId="{3624E767-2AD7-409F-B078-900D11C80FA7}">
      <dsp:nvSpPr>
        <dsp:cNvPr id="0" name=""/>
        <dsp:cNvSpPr/>
      </dsp:nvSpPr>
      <dsp:spPr>
        <a:xfrm rot="5400000">
          <a:off x="7033300" y="-55488"/>
          <a:ext cx="576608" cy="8402197"/>
        </a:xfrm>
        <a:prstGeom prst="round2SameRect">
          <a:avLst/>
        </a:prstGeom>
        <a:solidFill>
          <a:schemeClr val="accent5">
            <a:tint val="40000"/>
            <a:alpha val="90000"/>
            <a:hueOff val="-10765607"/>
            <a:satOff val="-14292"/>
            <a:lumOff val="9928"/>
            <a:alphaOff val="0"/>
          </a:schemeClr>
        </a:solidFill>
        <a:ln w="19050" cap="flat" cmpd="sng" algn="ctr">
          <a:solidFill>
            <a:schemeClr val="accent5">
              <a:tint val="40000"/>
              <a:alpha val="90000"/>
              <a:hueOff val="-10765607"/>
              <a:satOff val="-14292"/>
              <a:lumOff val="9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None/>
          </a:pPr>
          <a:r>
            <a:rPr lang="en-IN" sz="1200" kern="1200" dirty="0"/>
            <a:t>Real provider normally submits ~20 telehealth claims/month; fraud ring submits 600+ claims in two weeks - a major outlier.</a:t>
          </a:r>
        </a:p>
      </dsp:txBody>
      <dsp:txXfrm rot="-5400000">
        <a:off x="3120506" y="3885454"/>
        <a:ext cx="8374049" cy="520312"/>
      </dsp:txXfrm>
    </dsp:sp>
    <dsp:sp modelId="{BD8AC133-9E6A-4DB9-AC87-145B1FEF9895}">
      <dsp:nvSpPr>
        <dsp:cNvPr id="0" name=""/>
        <dsp:cNvSpPr/>
      </dsp:nvSpPr>
      <dsp:spPr>
        <a:xfrm>
          <a:off x="98" y="3785230"/>
          <a:ext cx="3120407" cy="720760"/>
        </a:xfrm>
        <a:prstGeom prst="roundRect">
          <a:avLst/>
        </a:prstGeom>
        <a:solidFill>
          <a:schemeClr val="accent5">
            <a:hueOff val="-10724867"/>
            <a:satOff val="-48982"/>
            <a:lumOff val="4431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l" defTabSz="533400">
            <a:lnSpc>
              <a:spcPct val="90000"/>
            </a:lnSpc>
            <a:spcBef>
              <a:spcPct val="0"/>
            </a:spcBef>
            <a:spcAft>
              <a:spcPct val="35000"/>
            </a:spcAft>
            <a:buNone/>
          </a:pPr>
          <a:r>
            <a:rPr lang="en-IN" sz="1200" b="1" kern="1200" dirty="0"/>
            <a:t>6. Sudden Claim Volume Spike</a:t>
          </a:r>
          <a:endParaRPr lang="en-IN" sz="1200" kern="1200" dirty="0"/>
        </a:p>
      </dsp:txBody>
      <dsp:txXfrm>
        <a:off x="35283" y="3820415"/>
        <a:ext cx="3050037" cy="6503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7C065-B7A3-4EE6-8A9B-AEC14A5F0C35}">
      <dsp:nvSpPr>
        <dsp:cNvPr id="0" name=""/>
        <dsp:cNvSpPr/>
      </dsp:nvSpPr>
      <dsp:spPr>
        <a:xfrm>
          <a:off x="3505536" y="0"/>
          <a:ext cx="8020280" cy="1108709"/>
        </a:xfrm>
        <a:prstGeom prst="rightArrow">
          <a:avLst>
            <a:gd name="adj1" fmla="val 75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None/>
          </a:pPr>
          <a:r>
            <a:rPr lang="en-IN" sz="1200" kern="1200" dirty="0"/>
            <a:t>Knowledge Graph links:</a:t>
          </a:r>
        </a:p>
        <a:p>
          <a:pPr marL="114300" lvl="1" indent="-114300" algn="l" defTabSz="533400">
            <a:lnSpc>
              <a:spcPct val="90000"/>
            </a:lnSpc>
            <a:spcBef>
              <a:spcPct val="0"/>
            </a:spcBef>
            <a:spcAft>
              <a:spcPct val="15000"/>
            </a:spcAft>
            <a:buNone/>
          </a:pPr>
          <a:r>
            <a:rPr lang="en-IN" sz="1200" kern="1200" dirty="0"/>
            <a:t>✓ 1 compromised provider, ✓ 6+ states, ✓ 200+ member identities, ✓ 600+ claims</a:t>
          </a:r>
        </a:p>
        <a:p>
          <a:pPr marL="114300" lvl="1" indent="-114300" algn="l" defTabSz="533400">
            <a:lnSpc>
              <a:spcPct val="90000"/>
            </a:lnSpc>
            <a:spcBef>
              <a:spcPct val="0"/>
            </a:spcBef>
            <a:spcAft>
              <a:spcPct val="15000"/>
            </a:spcAft>
            <a:buNone/>
          </a:pPr>
          <a:r>
            <a:rPr lang="en-IN" sz="1200" kern="1200" dirty="0"/>
            <a:t>✓ 3 shared IPs &amp; 1 device fingerprint, ✓ License mismatches &amp; timing overlaps</a:t>
          </a:r>
        </a:p>
        <a:p>
          <a:pPr marL="114300" lvl="1" indent="-114300" algn="l" defTabSz="533400">
            <a:lnSpc>
              <a:spcPct val="90000"/>
            </a:lnSpc>
            <a:spcBef>
              <a:spcPct val="0"/>
            </a:spcBef>
            <a:spcAft>
              <a:spcPct val="15000"/>
            </a:spcAft>
            <a:buNone/>
          </a:pPr>
          <a:r>
            <a:rPr lang="en-IN" sz="1200" kern="1200" dirty="0"/>
            <a:t>The system raises a strong fraud‑ring alert for SIU investigation.</a:t>
          </a:r>
        </a:p>
      </dsp:txBody>
      <dsp:txXfrm>
        <a:off x="3505536" y="138589"/>
        <a:ext cx="7604514" cy="831531"/>
      </dsp:txXfrm>
    </dsp:sp>
    <dsp:sp modelId="{0E754908-71B8-4AC1-A5E1-63CCEFAB0D9C}">
      <dsp:nvSpPr>
        <dsp:cNvPr id="0" name=""/>
        <dsp:cNvSpPr/>
      </dsp:nvSpPr>
      <dsp:spPr>
        <a:xfrm>
          <a:off x="5147" y="0"/>
          <a:ext cx="3500389" cy="1108709"/>
        </a:xfrm>
        <a:prstGeom prst="roundRect">
          <a:avLst/>
        </a:prstGeom>
        <a:solidFill>
          <a:schemeClr val="accent5">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IN" sz="1400" b="1" kern="1200" dirty="0"/>
            <a:t>7. Fraud Alert Triggered</a:t>
          </a:r>
          <a:endParaRPr lang="en-IN" sz="1400" kern="1200" dirty="0"/>
        </a:p>
      </dsp:txBody>
      <dsp:txXfrm>
        <a:off x="59270" y="54123"/>
        <a:ext cx="3392143" cy="100046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3/31/2026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2025–2027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3/31/2026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2025–2027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C6B07D9-E47F-8DA9-C50B-05214530C77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8BEE5A1-9F4C-4788-F7CB-24F7B2F0850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ED6662FD-B63D-7E06-FA5A-0379D3B2FFDF}"/>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33090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15DE6-5441-F137-9C8C-2156A1146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6F997-154D-A207-5DB3-480FCC3BF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AFFFD-79E1-4A29-52A2-13D403EAA8A2}"/>
              </a:ext>
            </a:extLst>
          </p:cNvPr>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F87E97F-DB28-E625-58CD-1979B09036B2}"/>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F9BEA971-EFA3-15BB-710B-C7EA6D4C60E4}"/>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B6BACF0E-7D57-0AD7-E4C2-6F3303B2B45F}"/>
              </a:ext>
            </a:extLst>
          </p:cNvPr>
          <p:cNvSpPr>
            <a:spLocks noGrp="1"/>
          </p:cNvSpPr>
          <p:nvPr>
            <p:ph type="sldNum" sz="quarter" idx="5"/>
          </p:nvPr>
        </p:nvSpPr>
        <p:spPr/>
        <p:txBody>
          <a:bodyPr/>
          <a:lstStyle/>
          <a:p>
            <a:fld id="{3B1EFD08-C94F-6048-8AD6-4B7ED2EB73E5}" type="slidenum">
              <a:rPr lang="en-US" smtClean="0"/>
              <a:pPr/>
              <a:t>3</a:t>
            </a:fld>
            <a:endParaRPr lang="en-US" dirty="0"/>
          </a:p>
        </p:txBody>
      </p:sp>
    </p:spTree>
    <p:extLst>
      <p:ext uri="{BB962C8B-B14F-4D97-AF65-F5344CB8AC3E}">
        <p14:creationId xmlns:p14="http://schemas.microsoft.com/office/powerpoint/2010/main" val="1559624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ED2E-A2A8-5EA7-81A0-A9ED0BC6D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802BA-CBC3-73EC-263E-4E71C190D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C884A-9409-4DB8-24F1-E4FDDD04E54A}"/>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4E70D26-3474-CABD-69AA-1ACE80DFA76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EBAC261-866D-DEFB-0000-9C8FA26DFAC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38D905A7-7322-AEC1-6020-A2E0F3C73622}"/>
              </a:ext>
            </a:extLst>
          </p:cNvPr>
          <p:cNvSpPr>
            <a:spLocks noGrp="1"/>
          </p:cNvSpPr>
          <p:nvPr>
            <p:ph type="sldNum" sz="quarter" idx="5"/>
          </p:nvPr>
        </p:nvSpPr>
        <p:spPr/>
        <p:txBody>
          <a:bodyPr/>
          <a:lstStyle/>
          <a:p>
            <a:fld id="{3B1EFD08-C94F-6048-8AD6-4B7ED2EB73E5}" type="slidenum">
              <a:rPr lang="en-US" smtClean="0"/>
              <a:pPr/>
              <a:t>4</a:t>
            </a:fld>
            <a:endParaRPr lang="en-US"/>
          </a:p>
        </p:txBody>
      </p:sp>
    </p:spTree>
    <p:extLst>
      <p:ext uri="{BB962C8B-B14F-4D97-AF65-F5344CB8AC3E}">
        <p14:creationId xmlns:p14="http://schemas.microsoft.com/office/powerpoint/2010/main" val="1429761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A6469-EFF4-90DF-020E-018023B43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0E02B-4701-8ED8-0A72-2A02F749F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369BB-52D0-1A88-EF6B-088CD25A3B23}"/>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F80B130-BDE1-20D0-36FB-71543D6F4A3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0C838395-0C42-5427-525E-9E9699658BF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8A865CD4-2483-CEB7-9BF2-F3BEF6E324F4}"/>
              </a:ext>
            </a:extLst>
          </p:cNvPr>
          <p:cNvSpPr>
            <a:spLocks noGrp="1"/>
          </p:cNvSpPr>
          <p:nvPr>
            <p:ph type="sldNum" sz="quarter" idx="5"/>
          </p:nvPr>
        </p:nvSpPr>
        <p:spPr/>
        <p:txBody>
          <a:bodyPr/>
          <a:lstStyle/>
          <a:p>
            <a:fld id="{3B1EFD08-C94F-6048-8AD6-4B7ED2EB73E5}" type="slidenum">
              <a:rPr lang="en-US" smtClean="0"/>
              <a:pPr/>
              <a:t>5</a:t>
            </a:fld>
            <a:endParaRPr lang="en-US"/>
          </a:p>
        </p:txBody>
      </p:sp>
    </p:spTree>
    <p:extLst>
      <p:ext uri="{BB962C8B-B14F-4D97-AF65-F5344CB8AC3E}">
        <p14:creationId xmlns:p14="http://schemas.microsoft.com/office/powerpoint/2010/main" val="229013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C0B9F-8A99-DAF5-969A-55EE18B14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D0874-A05C-B2D3-1D86-5ADC4E655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A1B17-192C-8EB5-6B8E-41CE71E7E4ED}"/>
              </a:ext>
            </a:extLst>
          </p:cNvPr>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6830DAA2-58E8-689C-A0BF-1CDA3080EC7D}"/>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7B038BB5-B82F-DDD0-0194-EF1F969F11FC}"/>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8B5BA4E7-239A-9961-697C-C724FC19DC4E}"/>
              </a:ext>
            </a:extLst>
          </p:cNvPr>
          <p:cNvSpPr>
            <a:spLocks noGrp="1"/>
          </p:cNvSpPr>
          <p:nvPr>
            <p:ph type="sldNum" sz="quarter" idx="5"/>
          </p:nvPr>
        </p:nvSpPr>
        <p:spPr/>
        <p:txBody>
          <a:bodyPr/>
          <a:lstStyle/>
          <a:p>
            <a:fld id="{3B1EFD08-C94F-6048-8AD6-4B7ED2EB73E5}" type="slidenum">
              <a:rPr lang="en-US" smtClean="0"/>
              <a:pPr/>
              <a:t>6</a:t>
            </a:fld>
            <a:endParaRPr lang="en-US" dirty="0"/>
          </a:p>
        </p:txBody>
      </p:sp>
    </p:spTree>
    <p:extLst>
      <p:ext uri="{BB962C8B-B14F-4D97-AF65-F5344CB8AC3E}">
        <p14:creationId xmlns:p14="http://schemas.microsoft.com/office/powerpoint/2010/main" val="1697855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B6506-229A-775E-3389-897A54349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19B3E-4FE3-4DDF-26ED-AE4050762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08EF4-BC6E-30D1-9D0B-429BF0EB6A3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5ABD427-4E46-3DC5-A6D5-7437D3ACAD7F}"/>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8AE5718-73EF-977E-149B-230325D2A1C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F6A5E8D7-47F8-3F01-0ABD-9C551ADC861F}"/>
              </a:ext>
            </a:extLst>
          </p:cNvPr>
          <p:cNvSpPr>
            <a:spLocks noGrp="1"/>
          </p:cNvSpPr>
          <p:nvPr>
            <p:ph type="sldNum" sz="quarter" idx="5"/>
          </p:nvPr>
        </p:nvSpPr>
        <p:spPr/>
        <p:txBody>
          <a:bodyPr/>
          <a:lstStyle/>
          <a:p>
            <a:fld id="{3B1EFD08-C94F-6048-8AD6-4B7ED2EB73E5}" type="slidenum">
              <a:rPr lang="en-US" smtClean="0"/>
              <a:pPr/>
              <a:t>7</a:t>
            </a:fld>
            <a:endParaRPr lang="en-US"/>
          </a:p>
        </p:txBody>
      </p:sp>
    </p:spTree>
    <p:extLst>
      <p:ext uri="{BB962C8B-B14F-4D97-AF65-F5344CB8AC3E}">
        <p14:creationId xmlns:p14="http://schemas.microsoft.com/office/powerpoint/2010/main" val="1137012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E5951-CC7C-E0ED-A3E0-F86F8DB5A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88AA7-9FE4-5939-5EC3-C028920D2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B0104-3E8D-0345-4DDC-D5341CB6B9C1}"/>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706FF5DE-90D8-4124-4483-BCA1D5DAB585}"/>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24641EE-2154-17CD-6EBE-AAA4D112203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29A6F6E3-EBED-FDD0-98A2-A11086A60F81}"/>
              </a:ext>
            </a:extLst>
          </p:cNvPr>
          <p:cNvSpPr>
            <a:spLocks noGrp="1"/>
          </p:cNvSpPr>
          <p:nvPr>
            <p:ph type="sldNum" sz="quarter" idx="5"/>
          </p:nvPr>
        </p:nvSpPr>
        <p:spPr/>
        <p:txBody>
          <a:bodyPr/>
          <a:lstStyle/>
          <a:p>
            <a:fld id="{3B1EFD08-C94F-6048-8AD6-4B7ED2EB73E5}" type="slidenum">
              <a:rPr lang="en-US" smtClean="0"/>
              <a:pPr/>
              <a:t>8</a:t>
            </a:fld>
            <a:endParaRPr lang="en-US"/>
          </a:p>
        </p:txBody>
      </p:sp>
    </p:spTree>
    <p:extLst>
      <p:ext uri="{BB962C8B-B14F-4D97-AF65-F5344CB8AC3E}">
        <p14:creationId xmlns:p14="http://schemas.microsoft.com/office/powerpoint/2010/main" val="4226043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10CED6B5-AD7C-16C8-100F-A3D2069DB2D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6C6C944-68B8-95FA-E66E-CC85FCAD995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C356D82-3360-4666-95A1-D998D386F4D6}"/>
              </a:ext>
            </a:extLst>
          </p:cNvPr>
          <p:cNvSpPr>
            <a:spLocks noGrp="1"/>
          </p:cNvSpPr>
          <p:nvPr>
            <p:ph type="sldNum" sz="quarter" idx="5"/>
          </p:nvPr>
        </p:nvSpPr>
        <p:spPr/>
        <p:txBody>
          <a:bodyPr/>
          <a:lstStyle/>
          <a:p>
            <a:fld id="{3B1EFD08-C94F-6048-8AD6-4B7ED2EB73E5}" type="slidenum">
              <a:rPr lang="en-US" smtClean="0"/>
              <a:pPr/>
              <a:t>9</a:t>
            </a:fld>
            <a:endParaRPr lang="en-US"/>
          </a:p>
        </p:txBody>
      </p:sp>
    </p:spTree>
    <p:extLst>
      <p:ext uri="{BB962C8B-B14F-4D97-AF65-F5344CB8AC3E}">
        <p14:creationId xmlns:p14="http://schemas.microsoft.com/office/powerpoint/2010/main" val="1423347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286A2542-7993-A342-B210-6752144F2E92}" type="datetime1">
              <a:rPr lang="en-US" smtClean="0"/>
              <a:t>3/31/2026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8A7A8D7F-117B-444E-ACF4-1566747F9641}" type="datetime1">
              <a:rPr lang="en-US" smtClean="0"/>
              <a:t>3/31/2026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CCE15D93-701F-AD45-BF63-B5231D171A5D}" type="datetime1">
              <a:rPr lang="en-US" smtClean="0"/>
              <a:t>3/31/2026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C80D56A-092C-7C43-AECB-57F4A9F97943}" type="datetime1">
              <a:rPr lang="en-US" smtClean="0"/>
              <a:t>3/31/2026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dirty="0"/>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573FA3B9-C6DE-BE42-9D23-7FE671AC76FC}" type="datetime1">
              <a:rPr lang="en-US" smtClean="0"/>
              <a:t>3/31/2026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93339195-9B87-7743-9A8D-50BE832439EE}"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CDECBBED-5CB0-E446-9994-39B46F9E3A96}"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3/31/2026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B14CF30-9A72-6841-BB42-CFA3EC5EE1FA}" type="datetime1">
              <a:rPr lang="en-US" smtClean="0"/>
              <a:t>3/31/2026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B567F918-D731-F949-BFA2-99DC86212F53}" type="datetime1">
              <a:rPr lang="en-US" smtClean="0"/>
              <a:t>3/31/2026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CD6FB6BF-6617-D64D-B620-750DF5173AE2}" type="datetime1">
              <a:rPr lang="en-US" smtClean="0"/>
              <a:t>3/31/2026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3/31/2026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2C2AF87E-BB6C-C34C-94E2-85566BBDC140}" type="datetime1">
              <a:rPr lang="en-US" smtClean="0"/>
              <a:t>3/31/2026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BBF0144B-5F91-4D45-8592-3540D443DD15}" type="datetime1">
              <a:rPr lang="en-US" smtClean="0"/>
              <a:t>3/31/2026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00A4357C-AC8D-DC4C-9095-09E2CD5356C5}" type="datetime1">
              <a:rPr lang="en-US" smtClean="0"/>
              <a:t>3/31/2026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3/31/2026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3/31/2026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3/31/2026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C7A24A1D-F3BF-1A41-B122-C74AA003EAC6}" type="datetime1">
              <a:rPr lang="en-US" smtClean="0"/>
              <a:t>3/31/2026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62B992DF-0A30-4346-A305-F697A2247CA4}" type="datetime1">
              <a:rPr lang="en-US" smtClean="0"/>
              <a:t>3/31/2026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F038E6F7-2112-7146-A379-7AD5AE1DBC42}" type="datetime1">
              <a:rPr lang="en-US" smtClean="0"/>
              <a:t>3/31/2026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95A8BB47-FFEE-CC40-B60B-C46D6D449673}" type="datetime1">
              <a:rPr lang="en-US" smtClean="0"/>
              <a:t>3/31/2026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3/31/2026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D58F847-15B5-FC42-B011-59EA55B0831B}" type="datetime1">
              <a:rPr lang="en-US" smtClean="0"/>
              <a:t>3/31/2026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13D1F7B9-93C8-664D-A904-37BC09BC8A3C}" type="datetime1">
              <a:rPr lang="en-US" smtClean="0"/>
              <a:t>3/31/2026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58CC89B-9FBC-D34F-9643-4C80243D9DBA}" type="datetime1">
              <a:rPr lang="en-US" smtClean="0"/>
              <a:t>3/31/2026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3/31/2026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3/31/2026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3/31/2026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D4262893-26CE-4342-A3C5-68D2643A2179}" type="datetime1">
              <a:rPr lang="en-US" smtClean="0"/>
              <a:t>3/31/2026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8EB84BCC-F734-8048-8197-BE14B7B6EE4C}" type="datetime1">
              <a:rPr lang="en-US" smtClean="0"/>
              <a:pPr/>
              <a:t>3/31/2026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dirty="0"/>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3/31/2026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FAFDDD03-639A-8D4E-860C-2002B6D03365}" type="datetime1">
              <a:rPr lang="en-US" smtClean="0"/>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3/31/2026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3/31/2026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3/31/2026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8EB84BCC-F734-8048-8197-BE14B7B6EE4C}" type="datetime1">
              <a:rPr lang="en-US" smtClean="0"/>
              <a:t>3/31/2026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8EB84BCC-F734-8048-8197-BE14B7B6EE4C}" type="datetime1">
              <a:rPr lang="en-US" smtClean="0"/>
              <a:t>3/31/2026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EB84BCC-F734-8048-8197-BE14B7B6EE4C}" type="datetime1">
              <a:rPr lang="en-US" smtClean="0"/>
              <a:t>3/31/2026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8EB84BCC-F734-8048-8197-BE14B7B6EE4C}" type="datetime1">
              <a:rPr lang="en-US" smtClean="0"/>
              <a:t>3/31/2026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dirty="0"/>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8EB84BCC-F734-8048-8197-BE14B7B6EE4C}" type="datetime1">
              <a:rPr lang="en-US" smtClean="0"/>
              <a:t>3/31/2026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822960" y="1706249"/>
            <a:ext cx="5383531" cy="1495794"/>
          </a:xfrm>
        </p:spPr>
        <p:txBody>
          <a:bodyPr/>
          <a:lstStyle/>
          <a:p>
            <a:r>
              <a:rPr lang="en-US" dirty="0"/>
              <a:t>Knowledge graph and Gen AI Use cases</a:t>
            </a:r>
            <a:endParaRPr lang="en-IN" dirty="0"/>
          </a:p>
        </p:txBody>
      </p:sp>
      <p:sp>
        <p:nvSpPr>
          <p:cNvPr id="6" name="Subtitle 5">
            <a:extLst>
              <a:ext uri="{FF2B5EF4-FFF2-40B4-BE49-F238E27FC236}">
                <a16:creationId xmlns:a16="http://schemas.microsoft.com/office/drawing/2014/main" id="{88FEBB95-7384-788A-FB4C-0A6B87FC5084}"/>
              </a:ext>
            </a:extLst>
          </p:cNvPr>
          <p:cNvSpPr>
            <a:spLocks noGrp="1"/>
          </p:cNvSpPr>
          <p:nvPr>
            <p:ph type="subTitle" idx="1"/>
          </p:nvPr>
        </p:nvSpPr>
        <p:spPr>
          <a:xfrm>
            <a:off x="1005840" y="4193561"/>
            <a:ext cx="4023360" cy="332399"/>
          </a:xfrm>
        </p:spPr>
        <p:txBody>
          <a:bodyPr/>
          <a:lstStyle/>
          <a:p>
            <a:r>
              <a:rPr lang="en-US" dirty="0"/>
              <a:t>Healthcare Payer ISG</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dirty="0"/>
              <a:t>2026</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dirty="0"/>
              <a:t>© 2025–2027 Cognizant | Private</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269-9D9F-D676-0D86-700B23521C1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5B57645-B258-14D3-1E9F-BE6673DD3564}"/>
              </a:ext>
            </a:extLst>
          </p:cNvPr>
          <p:cNvSpPr>
            <a:spLocks noGrp="1"/>
          </p:cNvSpPr>
          <p:nvPr>
            <p:ph type="title"/>
          </p:nvPr>
        </p:nvSpPr>
        <p:spPr/>
        <p:txBody>
          <a:bodyPr/>
          <a:lstStyle/>
          <a:p>
            <a:r>
              <a:rPr lang="en-US" dirty="0"/>
              <a:t>Knowledge Graph</a:t>
            </a:r>
          </a:p>
        </p:txBody>
      </p:sp>
      <p:sp>
        <p:nvSpPr>
          <p:cNvPr id="4" name="Text Placeholder 3">
            <a:extLst>
              <a:ext uri="{FF2B5EF4-FFF2-40B4-BE49-F238E27FC236}">
                <a16:creationId xmlns:a16="http://schemas.microsoft.com/office/drawing/2014/main" id="{9C00936F-F0FB-239E-0766-A060657BC0AE}"/>
              </a:ext>
            </a:extLst>
          </p:cNvPr>
          <p:cNvSpPr>
            <a:spLocks noGrp="1"/>
          </p:cNvSpPr>
          <p:nvPr>
            <p:ph type="body" idx="1"/>
          </p:nvPr>
        </p:nvSpPr>
        <p:spPr>
          <a:xfrm>
            <a:off x="457200" y="1367790"/>
            <a:ext cx="5212076" cy="281103"/>
          </a:xfrm>
        </p:spPr>
        <p:txBody>
          <a:bodyPr/>
          <a:lstStyle/>
          <a:p>
            <a:r>
              <a:rPr lang="en-US" noProof="0" dirty="0"/>
              <a:t>What Is a Knowledge Graph?</a:t>
            </a:r>
          </a:p>
        </p:txBody>
      </p:sp>
      <p:sp>
        <p:nvSpPr>
          <p:cNvPr id="9" name="Text Placeholder 8">
            <a:extLst>
              <a:ext uri="{FF2B5EF4-FFF2-40B4-BE49-F238E27FC236}">
                <a16:creationId xmlns:a16="http://schemas.microsoft.com/office/drawing/2014/main" id="{C52FAF93-2707-5A80-DC8B-4EFC457A826E}"/>
              </a:ext>
            </a:extLst>
          </p:cNvPr>
          <p:cNvSpPr>
            <a:spLocks noGrp="1"/>
          </p:cNvSpPr>
          <p:nvPr>
            <p:ph type="body" sz="quarter" idx="3"/>
          </p:nvPr>
        </p:nvSpPr>
        <p:spPr>
          <a:xfrm>
            <a:off x="6400800" y="1367790"/>
            <a:ext cx="5183188" cy="281103"/>
          </a:xfrm>
        </p:spPr>
        <p:txBody>
          <a:bodyPr/>
          <a:lstStyle/>
          <a:p>
            <a:r>
              <a:rPr lang="en-US" noProof="0" dirty="0"/>
              <a:t>Why Is It Called a “Graph”?</a:t>
            </a:r>
            <a:endParaRPr lang="en-US" dirty="0"/>
          </a:p>
        </p:txBody>
      </p:sp>
      <p:sp>
        <p:nvSpPr>
          <p:cNvPr id="5" name="Slide Number Placeholder 4">
            <a:extLst>
              <a:ext uri="{FF2B5EF4-FFF2-40B4-BE49-F238E27FC236}">
                <a16:creationId xmlns:a16="http://schemas.microsoft.com/office/drawing/2014/main" id="{9FE45B5F-1D97-8861-7B59-6FD227EFDCAC}"/>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6" name="Footer Placeholder 5">
            <a:extLst>
              <a:ext uri="{FF2B5EF4-FFF2-40B4-BE49-F238E27FC236}">
                <a16:creationId xmlns:a16="http://schemas.microsoft.com/office/drawing/2014/main" id="{FE0D57BC-9551-5E7F-0E01-BABC16DE382A}"/>
              </a:ext>
            </a:extLst>
          </p:cNvPr>
          <p:cNvSpPr>
            <a:spLocks noGrp="1"/>
          </p:cNvSpPr>
          <p:nvPr>
            <p:ph type="ftr" sz="quarter" idx="11"/>
          </p:nvPr>
        </p:nvSpPr>
        <p:spPr/>
        <p:txBody>
          <a:bodyPr/>
          <a:lstStyle/>
          <a:p>
            <a:r>
              <a:rPr lang="en-US" dirty="0"/>
              <a:t>© 2025–2027 Cognizant | Private</a:t>
            </a:r>
          </a:p>
        </p:txBody>
      </p:sp>
      <p:sp>
        <p:nvSpPr>
          <p:cNvPr id="3" name="Content Placeholder 2">
            <a:extLst>
              <a:ext uri="{FF2B5EF4-FFF2-40B4-BE49-F238E27FC236}">
                <a16:creationId xmlns:a16="http://schemas.microsoft.com/office/drawing/2014/main" id="{FFB5C328-FDE5-FCF2-1851-8DF9B7707BE4}"/>
              </a:ext>
            </a:extLst>
          </p:cNvPr>
          <p:cNvSpPr>
            <a:spLocks noGrp="1"/>
          </p:cNvSpPr>
          <p:nvPr>
            <p:ph sz="half" idx="2"/>
          </p:nvPr>
        </p:nvSpPr>
        <p:spPr>
          <a:xfrm>
            <a:off x="457199" y="1863089"/>
            <a:ext cx="5212080" cy="3840480"/>
          </a:xfrm>
        </p:spPr>
        <p:txBody>
          <a:bodyPr/>
          <a:lstStyle/>
          <a:p>
            <a:pPr marL="0" indent="0">
              <a:buNone/>
            </a:pPr>
            <a:r>
              <a:rPr lang="en-US" dirty="0"/>
              <a:t>A Knowledge Graph (KG) is a structured way of storing information where data points are represented as “entities” and the relationships between them are explicitly labeled.</a:t>
            </a:r>
          </a:p>
          <a:p>
            <a:pPr marL="0" indent="0">
              <a:buNone/>
            </a:pPr>
            <a:endParaRPr lang="en-IN" dirty="0"/>
          </a:p>
          <a:p>
            <a:pPr marL="0" indent="0">
              <a:buNone/>
            </a:pPr>
            <a:r>
              <a:rPr lang="en-IN" dirty="0"/>
              <a:t>Think of it as a </a:t>
            </a:r>
            <a:r>
              <a:rPr lang="en-IN" b="1" dirty="0"/>
              <a:t>smart network of facts</a:t>
            </a:r>
            <a:r>
              <a:rPr lang="en-IN" dirty="0"/>
              <a:t>.</a:t>
            </a:r>
          </a:p>
          <a:p>
            <a:pPr lvl="0"/>
            <a:r>
              <a:rPr lang="en-IN" b="1" dirty="0"/>
              <a:t>Entities = nodes</a:t>
            </a:r>
            <a:r>
              <a:rPr lang="en-IN" dirty="0"/>
              <a:t> (e.g., </a:t>
            </a:r>
            <a:r>
              <a:rPr lang="en-IN" i="1" dirty="0"/>
              <a:t>Patient, Drug, Provider, Diagnosis</a:t>
            </a:r>
            <a:r>
              <a:rPr lang="en-IN" dirty="0"/>
              <a:t>)</a:t>
            </a:r>
          </a:p>
          <a:p>
            <a:pPr lvl="0"/>
            <a:r>
              <a:rPr lang="en-IN" b="1" dirty="0"/>
              <a:t>Relationships = edges</a:t>
            </a:r>
            <a:r>
              <a:rPr lang="en-IN" dirty="0"/>
              <a:t> (e.g., </a:t>
            </a:r>
            <a:r>
              <a:rPr lang="en-IN" i="1" dirty="0"/>
              <a:t>prescribed</a:t>
            </a:r>
            <a:r>
              <a:rPr lang="en-IN" dirty="0"/>
              <a:t>, </a:t>
            </a:r>
            <a:r>
              <a:rPr lang="en-IN" i="1" dirty="0"/>
              <a:t>treated by</a:t>
            </a:r>
            <a:r>
              <a:rPr lang="en-IN" dirty="0"/>
              <a:t>, </a:t>
            </a:r>
            <a:r>
              <a:rPr lang="en-IN" i="1" dirty="0"/>
              <a:t>interacts with</a:t>
            </a:r>
            <a:r>
              <a:rPr lang="en-IN" dirty="0"/>
              <a:t>)</a:t>
            </a:r>
          </a:p>
          <a:p>
            <a:pPr lvl="0"/>
            <a:endParaRPr lang="en-IN" dirty="0"/>
          </a:p>
          <a:p>
            <a:pPr marL="0" indent="0">
              <a:buNone/>
            </a:pPr>
            <a:r>
              <a:rPr lang="en-IN" dirty="0"/>
              <a:t>This makes it easy for machines to understand context—not just data.</a:t>
            </a:r>
          </a:p>
          <a:p>
            <a:pPr marL="0" indent="0">
              <a:buNone/>
            </a:pPr>
            <a:endParaRPr lang="en-IN" dirty="0"/>
          </a:p>
          <a:p>
            <a:pPr marL="0" indent="0">
              <a:buNone/>
            </a:pPr>
            <a:endParaRPr lang="en-US" dirty="0"/>
          </a:p>
        </p:txBody>
      </p:sp>
      <p:sp>
        <p:nvSpPr>
          <p:cNvPr id="11" name="Content Placeholder 10">
            <a:extLst>
              <a:ext uri="{FF2B5EF4-FFF2-40B4-BE49-F238E27FC236}">
                <a16:creationId xmlns:a16="http://schemas.microsoft.com/office/drawing/2014/main" id="{7E23E062-FBE2-0384-2805-7E8EFA12EBB8}"/>
              </a:ext>
            </a:extLst>
          </p:cNvPr>
          <p:cNvSpPr>
            <a:spLocks noGrp="1"/>
          </p:cNvSpPr>
          <p:nvPr>
            <p:ph sz="quarter" idx="4"/>
          </p:nvPr>
        </p:nvSpPr>
        <p:spPr>
          <a:xfrm>
            <a:off x="6522720" y="1863089"/>
            <a:ext cx="5212080" cy="4457700"/>
          </a:xfrm>
        </p:spPr>
        <p:txBody>
          <a:bodyPr/>
          <a:lstStyle/>
          <a:p>
            <a:pPr marL="0" indent="0">
              <a:buNone/>
            </a:pPr>
            <a:r>
              <a:rPr lang="en-US" dirty="0"/>
              <a:t>Because it uses graph theory:</a:t>
            </a:r>
          </a:p>
          <a:p>
            <a:pPr lvl="0"/>
            <a:r>
              <a:rPr lang="en-IN" b="1" dirty="0"/>
              <a:t>Nodes</a:t>
            </a:r>
            <a:r>
              <a:rPr lang="en-IN" dirty="0"/>
              <a:t> = things (people, objects, categories)</a:t>
            </a:r>
          </a:p>
          <a:p>
            <a:pPr lvl="0"/>
            <a:r>
              <a:rPr lang="en-IN" b="1" dirty="0"/>
              <a:t>Edges</a:t>
            </a:r>
            <a:r>
              <a:rPr lang="en-IN" dirty="0"/>
              <a:t> = how those things are connected</a:t>
            </a:r>
          </a:p>
          <a:p>
            <a:pPr marL="0" indent="0">
              <a:buNone/>
            </a:pPr>
            <a:endParaRPr lang="en-IN" dirty="0"/>
          </a:p>
          <a:p>
            <a:pPr marL="0" indent="0">
              <a:buNone/>
            </a:pPr>
            <a:r>
              <a:rPr lang="en-IN" dirty="0"/>
              <a:t>This is different from traditional databases, which are primarily rows and columns. </a:t>
            </a:r>
          </a:p>
          <a:p>
            <a:pPr marL="0" indent="0">
              <a:buNone/>
            </a:pPr>
            <a:r>
              <a:rPr lang="en-IN" dirty="0"/>
              <a:t>Example:</a:t>
            </a:r>
          </a:p>
          <a:p>
            <a:pPr marL="0" indent="0">
              <a:buNone/>
            </a:pPr>
            <a:r>
              <a:rPr lang="en-US" dirty="0"/>
              <a:t>If you say: </a:t>
            </a:r>
            <a:r>
              <a:rPr lang="en-US" b="1" dirty="0"/>
              <a:t>“Metformin treats Type 2 Diabetes”</a:t>
            </a:r>
          </a:p>
          <a:p>
            <a:pPr marL="0" indent="0">
              <a:buNone/>
            </a:pPr>
            <a:r>
              <a:rPr lang="en-US" dirty="0"/>
              <a:t>A knowledge graph stores this as:</a:t>
            </a:r>
          </a:p>
          <a:p>
            <a:pPr marL="0" indent="0" algn="ctr">
              <a:buNone/>
            </a:pPr>
            <a:r>
              <a:rPr lang="en-US" b="1" dirty="0"/>
              <a:t>Metformin --[treats]--&gt; Type 2 Diabetes</a:t>
            </a:r>
          </a:p>
          <a:p>
            <a:pPr marL="0" indent="0">
              <a:buNone/>
            </a:pPr>
            <a:r>
              <a:rPr lang="en-US" dirty="0"/>
              <a:t>This structure is machine-readable and allows software to learn new insights.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653538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DFCC8-373E-5011-BCFF-FD72D7164D9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9FB22B3-800C-09DB-D615-93C07C95EF4A}"/>
              </a:ext>
            </a:extLst>
          </p:cNvPr>
          <p:cNvSpPr>
            <a:spLocks noGrp="1"/>
          </p:cNvSpPr>
          <p:nvPr>
            <p:ph type="title"/>
          </p:nvPr>
        </p:nvSpPr>
        <p:spPr>
          <a:xfrm>
            <a:off x="1005840" y="2318129"/>
            <a:ext cx="8378190" cy="498598"/>
          </a:xfrm>
        </p:spPr>
        <p:txBody>
          <a:bodyPr/>
          <a:lstStyle/>
          <a:p>
            <a:r>
              <a:rPr lang="en-US" dirty="0"/>
              <a:t>Scenario 1- Provider Identity Theft</a:t>
            </a:r>
          </a:p>
        </p:txBody>
      </p:sp>
      <p:sp>
        <p:nvSpPr>
          <p:cNvPr id="5" name="Slide Number Placeholder 4">
            <a:extLst>
              <a:ext uri="{FF2B5EF4-FFF2-40B4-BE49-F238E27FC236}">
                <a16:creationId xmlns:a16="http://schemas.microsoft.com/office/drawing/2014/main" id="{5F72DAD9-DA99-6C1C-5976-70DDB4D9591A}"/>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2" name="Footer Placeholder 1">
            <a:extLst>
              <a:ext uri="{FF2B5EF4-FFF2-40B4-BE49-F238E27FC236}">
                <a16:creationId xmlns:a16="http://schemas.microsoft.com/office/drawing/2014/main" id="{B892B057-A84A-DFD2-747E-7DC946FEFB8E}"/>
              </a:ext>
            </a:extLst>
          </p:cNvPr>
          <p:cNvSpPr>
            <a:spLocks noGrp="1"/>
          </p:cNvSpPr>
          <p:nvPr>
            <p:ph type="ftr" sz="quarter" idx="11"/>
          </p:nvPr>
        </p:nvSpPr>
        <p:spPr/>
        <p:txBody>
          <a:bodyPr/>
          <a:lstStyle/>
          <a:p>
            <a:r>
              <a:rPr lang="en-US" dirty="0"/>
              <a:t>© 2025–2027 Cognizant | Private</a:t>
            </a:r>
          </a:p>
        </p:txBody>
      </p:sp>
      <p:sp>
        <p:nvSpPr>
          <p:cNvPr id="3" name="Subtitle 5">
            <a:extLst>
              <a:ext uri="{FF2B5EF4-FFF2-40B4-BE49-F238E27FC236}">
                <a16:creationId xmlns:a16="http://schemas.microsoft.com/office/drawing/2014/main" id="{3B1F32F6-5636-38E5-C7A7-0445B20F24E7}"/>
              </a:ext>
            </a:extLst>
          </p:cNvPr>
          <p:cNvSpPr txBox="1">
            <a:spLocks/>
          </p:cNvSpPr>
          <p:nvPr/>
        </p:nvSpPr>
        <p:spPr>
          <a:xfrm>
            <a:off x="1005840" y="3429000"/>
            <a:ext cx="5577840" cy="488705"/>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sz="1800" b="1" dirty="0">
                <a:solidFill>
                  <a:schemeClr val="accent4">
                    <a:lumMod val="60000"/>
                    <a:lumOff val="40000"/>
                  </a:schemeClr>
                </a:solidFill>
              </a:rPr>
              <a:t>Identifying Fraud, Weaste and Abuse Telehealth provider service</a:t>
            </a:r>
          </a:p>
        </p:txBody>
      </p:sp>
    </p:spTree>
    <p:extLst>
      <p:ext uri="{BB962C8B-B14F-4D97-AF65-F5344CB8AC3E}">
        <p14:creationId xmlns:p14="http://schemas.microsoft.com/office/powerpoint/2010/main" val="785173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D3FDA-4344-1B65-D69F-B9D92446F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1BA5F-5015-45B5-D225-4F5EF3D7FF9D}"/>
              </a:ext>
            </a:extLst>
          </p:cNvPr>
          <p:cNvSpPr>
            <a:spLocks noGrp="1"/>
          </p:cNvSpPr>
          <p:nvPr>
            <p:ph type="title"/>
          </p:nvPr>
        </p:nvSpPr>
        <p:spPr>
          <a:xfrm>
            <a:off x="449579" y="124800"/>
            <a:ext cx="11277600" cy="332399"/>
          </a:xfrm>
        </p:spPr>
        <p:txBody>
          <a:bodyPr/>
          <a:lstStyle/>
          <a:p>
            <a:r>
              <a:rPr lang="en-US" dirty="0"/>
              <a:t>Scenario 1: Provider Identity Theft + Multi-State Telehealth Looping</a:t>
            </a:r>
          </a:p>
        </p:txBody>
      </p:sp>
      <p:sp>
        <p:nvSpPr>
          <p:cNvPr id="7" name="Slide Number Placeholder 6">
            <a:extLst>
              <a:ext uri="{FF2B5EF4-FFF2-40B4-BE49-F238E27FC236}">
                <a16:creationId xmlns:a16="http://schemas.microsoft.com/office/drawing/2014/main" id="{F50F03B4-51C1-8780-F49D-09D11B491891}"/>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4" name="Footer Placeholder 3">
            <a:extLst>
              <a:ext uri="{FF2B5EF4-FFF2-40B4-BE49-F238E27FC236}">
                <a16:creationId xmlns:a16="http://schemas.microsoft.com/office/drawing/2014/main" id="{821150F5-5962-B439-FEE7-17843DF02BF8}"/>
              </a:ext>
            </a:extLst>
          </p:cNvPr>
          <p:cNvSpPr>
            <a:spLocks noGrp="1"/>
          </p:cNvSpPr>
          <p:nvPr>
            <p:ph type="ftr" sz="quarter" idx="11"/>
          </p:nvPr>
        </p:nvSpPr>
        <p:spPr/>
        <p:txBody>
          <a:bodyPr/>
          <a:lstStyle/>
          <a:p>
            <a:r>
              <a:rPr lang="en-US" dirty="0"/>
              <a:t>© 2025–2027 Cognizant | Private</a:t>
            </a:r>
          </a:p>
        </p:txBody>
      </p:sp>
      <p:graphicFrame>
        <p:nvGraphicFramePr>
          <p:cNvPr id="21" name="Diagram 20">
            <a:extLst>
              <a:ext uri="{FF2B5EF4-FFF2-40B4-BE49-F238E27FC236}">
                <a16:creationId xmlns:a16="http://schemas.microsoft.com/office/drawing/2014/main" id="{E3835140-E3FB-16DB-9925-77F7E536FCAB}"/>
              </a:ext>
            </a:extLst>
          </p:cNvPr>
          <p:cNvGraphicFramePr/>
          <p:nvPr>
            <p:extLst>
              <p:ext uri="{D42A27DB-BD31-4B8C-83A1-F6EECF244321}">
                <p14:modId xmlns:p14="http://schemas.microsoft.com/office/powerpoint/2010/main" val="1543323217"/>
              </p:ext>
            </p:extLst>
          </p:nvPr>
        </p:nvGraphicFramePr>
        <p:xfrm>
          <a:off x="326707" y="556261"/>
          <a:ext cx="11527155" cy="4507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9" name="Diagram 38">
            <a:extLst>
              <a:ext uri="{FF2B5EF4-FFF2-40B4-BE49-F238E27FC236}">
                <a16:creationId xmlns:a16="http://schemas.microsoft.com/office/drawing/2014/main" id="{FC0E17A8-6736-3F55-CD2D-2FAEED0A98DF}"/>
              </a:ext>
            </a:extLst>
          </p:cNvPr>
          <p:cNvGraphicFramePr/>
          <p:nvPr>
            <p:extLst>
              <p:ext uri="{D42A27DB-BD31-4B8C-83A1-F6EECF244321}">
                <p14:modId xmlns:p14="http://schemas.microsoft.com/office/powerpoint/2010/main" val="3239222786"/>
              </p:ext>
            </p:extLst>
          </p:nvPr>
        </p:nvGraphicFramePr>
        <p:xfrm>
          <a:off x="322897" y="5193029"/>
          <a:ext cx="11530965" cy="110870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0470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211C-3858-AD9E-4E9C-1582242C0E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89C55A-701E-63C3-A8CF-B244C34F4F58}"/>
              </a:ext>
            </a:extLst>
          </p:cNvPr>
          <p:cNvSpPr>
            <a:spLocks noGrp="1"/>
          </p:cNvSpPr>
          <p:nvPr>
            <p:ph type="title"/>
          </p:nvPr>
        </p:nvSpPr>
        <p:spPr>
          <a:xfrm>
            <a:off x="292310" y="124881"/>
            <a:ext cx="11277600" cy="332399"/>
          </a:xfrm>
        </p:spPr>
        <p:txBody>
          <a:bodyPr/>
          <a:lstStyle/>
          <a:p>
            <a:r>
              <a:rPr lang="en-US" dirty="0"/>
              <a:t>Knowledge graph architecture walkthrough-FWA</a:t>
            </a:r>
          </a:p>
        </p:txBody>
      </p:sp>
      <p:sp>
        <p:nvSpPr>
          <p:cNvPr id="2" name="Slide Number Placeholder 1">
            <a:extLst>
              <a:ext uri="{FF2B5EF4-FFF2-40B4-BE49-F238E27FC236}">
                <a16:creationId xmlns:a16="http://schemas.microsoft.com/office/drawing/2014/main" id="{4AA4DC00-B39B-9645-B20F-ECBDA1F3C7DB}"/>
              </a:ext>
            </a:extLst>
          </p:cNvPr>
          <p:cNvSpPr>
            <a:spLocks noGrp="1"/>
          </p:cNvSpPr>
          <p:nvPr>
            <p:ph type="sldNum" sz="quarter" idx="12"/>
          </p:nvPr>
        </p:nvSpPr>
        <p:spPr/>
        <p:txBody>
          <a:bodyPr/>
          <a:lstStyle/>
          <a:p>
            <a:fld id="{38826FC0-333C-E549-9FA3-0EE43DF298A3}" type="slidenum">
              <a:rPr lang="en-US" smtClean="0"/>
              <a:t>5</a:t>
            </a:fld>
            <a:endParaRPr lang="en-US"/>
          </a:p>
        </p:txBody>
      </p:sp>
      <p:sp>
        <p:nvSpPr>
          <p:cNvPr id="6" name="Footer Placeholder 5">
            <a:extLst>
              <a:ext uri="{FF2B5EF4-FFF2-40B4-BE49-F238E27FC236}">
                <a16:creationId xmlns:a16="http://schemas.microsoft.com/office/drawing/2014/main" id="{1F8F42AD-8200-1360-E4EE-29274F0419E1}"/>
              </a:ext>
            </a:extLst>
          </p:cNvPr>
          <p:cNvSpPr>
            <a:spLocks noGrp="1"/>
          </p:cNvSpPr>
          <p:nvPr>
            <p:ph type="ftr" sz="quarter" idx="11"/>
          </p:nvPr>
        </p:nvSpPr>
        <p:spPr/>
        <p:txBody>
          <a:bodyPr/>
          <a:lstStyle/>
          <a:p>
            <a:r>
              <a:rPr lang="en-US"/>
              <a:t>© 2025–2027 Cognizant | Private</a:t>
            </a:r>
          </a:p>
        </p:txBody>
      </p:sp>
      <p:sp>
        <p:nvSpPr>
          <p:cNvPr id="4" name="Oval 3">
            <a:extLst>
              <a:ext uri="{FF2B5EF4-FFF2-40B4-BE49-F238E27FC236}">
                <a16:creationId xmlns:a16="http://schemas.microsoft.com/office/drawing/2014/main" id="{5F454FE7-2930-AAF1-C598-CA3E8B29EB81}"/>
              </a:ext>
            </a:extLst>
          </p:cNvPr>
          <p:cNvSpPr/>
          <p:nvPr/>
        </p:nvSpPr>
        <p:spPr>
          <a:xfrm>
            <a:off x="6356236" y="2391930"/>
            <a:ext cx="1062990" cy="1028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Provider</a:t>
            </a:r>
          </a:p>
        </p:txBody>
      </p:sp>
      <p:sp>
        <p:nvSpPr>
          <p:cNvPr id="5" name="Oval 4">
            <a:extLst>
              <a:ext uri="{FF2B5EF4-FFF2-40B4-BE49-F238E27FC236}">
                <a16:creationId xmlns:a16="http://schemas.microsoft.com/office/drawing/2014/main" id="{DB1F6EDB-6F10-D75E-DF99-DC22CD9415E4}"/>
              </a:ext>
            </a:extLst>
          </p:cNvPr>
          <p:cNvSpPr/>
          <p:nvPr/>
        </p:nvSpPr>
        <p:spPr>
          <a:xfrm>
            <a:off x="7864061" y="1551088"/>
            <a:ext cx="1062990" cy="1028700"/>
          </a:xfrm>
          <a:prstGeom prst="ellipse">
            <a:avLst/>
          </a:prstGeom>
          <a:solidFill>
            <a:srgbClr val="E9C7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Claim</a:t>
            </a:r>
          </a:p>
        </p:txBody>
      </p:sp>
      <p:sp>
        <p:nvSpPr>
          <p:cNvPr id="7" name="Oval 6">
            <a:extLst>
              <a:ext uri="{FF2B5EF4-FFF2-40B4-BE49-F238E27FC236}">
                <a16:creationId xmlns:a16="http://schemas.microsoft.com/office/drawing/2014/main" id="{2CFF1347-500B-C34C-5F72-0D0922C5035C}"/>
              </a:ext>
            </a:extLst>
          </p:cNvPr>
          <p:cNvSpPr/>
          <p:nvPr/>
        </p:nvSpPr>
        <p:spPr>
          <a:xfrm>
            <a:off x="9387224" y="3895012"/>
            <a:ext cx="1062990" cy="10287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Member</a:t>
            </a:r>
          </a:p>
        </p:txBody>
      </p:sp>
      <p:sp>
        <p:nvSpPr>
          <p:cNvPr id="8" name="Rectangle: Rounded Corners 7">
            <a:extLst>
              <a:ext uri="{FF2B5EF4-FFF2-40B4-BE49-F238E27FC236}">
                <a16:creationId xmlns:a16="http://schemas.microsoft.com/office/drawing/2014/main" id="{4727FBC7-BCDF-C1B1-D8F7-EE13DCFA70F2}"/>
              </a:ext>
            </a:extLst>
          </p:cNvPr>
          <p:cNvSpPr/>
          <p:nvPr/>
        </p:nvSpPr>
        <p:spPr>
          <a:xfrm>
            <a:off x="7715471" y="4145858"/>
            <a:ext cx="1360170" cy="537210"/>
          </a:xfrm>
          <a:prstGeom prst="roundRect">
            <a:avLst/>
          </a:prstGeom>
          <a:solidFill>
            <a:srgbClr val="26EF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Telehealth Visit</a:t>
            </a:r>
          </a:p>
        </p:txBody>
      </p:sp>
      <p:sp>
        <p:nvSpPr>
          <p:cNvPr id="9" name="Oval 8">
            <a:extLst>
              <a:ext uri="{FF2B5EF4-FFF2-40B4-BE49-F238E27FC236}">
                <a16:creationId xmlns:a16="http://schemas.microsoft.com/office/drawing/2014/main" id="{5DA628CB-743D-9B80-49F6-B3453C2AB85A}"/>
              </a:ext>
            </a:extLst>
          </p:cNvPr>
          <p:cNvSpPr/>
          <p:nvPr/>
        </p:nvSpPr>
        <p:spPr>
          <a:xfrm>
            <a:off x="6489586" y="4860270"/>
            <a:ext cx="796290" cy="739140"/>
          </a:xfrm>
          <a:prstGeom prst="ellipse">
            <a:avLst/>
          </a:prstGeom>
          <a:solidFill>
            <a:srgbClr val="3737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IP</a:t>
            </a:r>
          </a:p>
        </p:txBody>
      </p:sp>
      <p:sp>
        <p:nvSpPr>
          <p:cNvPr id="10" name="Oval 9">
            <a:extLst>
              <a:ext uri="{FF2B5EF4-FFF2-40B4-BE49-F238E27FC236}">
                <a16:creationId xmlns:a16="http://schemas.microsoft.com/office/drawing/2014/main" id="{693C446E-B33F-3C35-9190-66C300237AB1}"/>
              </a:ext>
            </a:extLst>
          </p:cNvPr>
          <p:cNvSpPr/>
          <p:nvPr/>
        </p:nvSpPr>
        <p:spPr>
          <a:xfrm>
            <a:off x="6096000" y="3684742"/>
            <a:ext cx="960120" cy="923460"/>
          </a:xfrm>
          <a:prstGeom prst="ellipse">
            <a:avLst/>
          </a:prstGeom>
          <a:solidFill>
            <a:srgbClr val="3737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Device</a:t>
            </a:r>
          </a:p>
        </p:txBody>
      </p:sp>
      <p:cxnSp>
        <p:nvCxnSpPr>
          <p:cNvPr id="12" name="Straight Arrow Connector 11">
            <a:extLst>
              <a:ext uri="{FF2B5EF4-FFF2-40B4-BE49-F238E27FC236}">
                <a16:creationId xmlns:a16="http://schemas.microsoft.com/office/drawing/2014/main" id="{73B2BA04-78EE-F600-88AF-CF3C73AEDAAC}"/>
              </a:ext>
            </a:extLst>
          </p:cNvPr>
          <p:cNvCxnSpPr>
            <a:cxnSpLocks/>
            <a:stCxn id="8" idx="0"/>
            <a:endCxn id="4" idx="5"/>
          </p:cNvCxnSpPr>
          <p:nvPr/>
        </p:nvCxnSpPr>
        <p:spPr>
          <a:xfrm flipH="1" flipV="1">
            <a:off x="7263555" y="3269980"/>
            <a:ext cx="1132001" cy="875878"/>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C3B3CC6-8B49-058D-409B-1C4F75063F6A}"/>
              </a:ext>
            </a:extLst>
          </p:cNvPr>
          <p:cNvCxnSpPr>
            <a:cxnSpLocks/>
            <a:endCxn id="7" idx="2"/>
          </p:cNvCxnSpPr>
          <p:nvPr/>
        </p:nvCxnSpPr>
        <p:spPr>
          <a:xfrm flipV="1">
            <a:off x="9064211" y="4409362"/>
            <a:ext cx="323013" cy="5101"/>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AE8F03B-2888-CDDB-575F-4655FD33A689}"/>
              </a:ext>
            </a:extLst>
          </p:cNvPr>
          <p:cNvCxnSpPr>
            <a:cxnSpLocks/>
            <a:stCxn id="8" idx="1"/>
            <a:endCxn id="10" idx="6"/>
          </p:cNvCxnSpPr>
          <p:nvPr/>
        </p:nvCxnSpPr>
        <p:spPr>
          <a:xfrm flipH="1" flipV="1">
            <a:off x="7056120" y="4146472"/>
            <a:ext cx="659351" cy="267991"/>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9416D3B-63C6-C2C4-00AE-8F6B0FEB0E75}"/>
              </a:ext>
            </a:extLst>
          </p:cNvPr>
          <p:cNvCxnSpPr>
            <a:cxnSpLocks/>
            <a:stCxn id="8" idx="1"/>
            <a:endCxn id="9" idx="7"/>
          </p:cNvCxnSpPr>
          <p:nvPr/>
        </p:nvCxnSpPr>
        <p:spPr>
          <a:xfrm flipH="1">
            <a:off x="7169262" y="4414463"/>
            <a:ext cx="546209" cy="554052"/>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49D7F753-5AD0-ACBA-4AAC-D056AEDD9978}"/>
              </a:ext>
            </a:extLst>
          </p:cNvPr>
          <p:cNvCxnSpPr>
            <a:cxnSpLocks/>
            <a:stCxn id="5" idx="4"/>
            <a:endCxn id="8" idx="0"/>
          </p:cNvCxnSpPr>
          <p:nvPr/>
        </p:nvCxnSpPr>
        <p:spPr>
          <a:xfrm>
            <a:off x="8395556" y="2579788"/>
            <a:ext cx="0" cy="156607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C0B67A13-9403-51FA-B55C-E3B0F0662C7E}"/>
              </a:ext>
            </a:extLst>
          </p:cNvPr>
          <p:cNvSpPr/>
          <p:nvPr/>
        </p:nvSpPr>
        <p:spPr>
          <a:xfrm>
            <a:off x="9438989" y="2444550"/>
            <a:ext cx="960120" cy="92346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State</a:t>
            </a:r>
          </a:p>
        </p:txBody>
      </p:sp>
      <p:cxnSp>
        <p:nvCxnSpPr>
          <p:cNvPr id="51" name="Straight Arrow Connector 50">
            <a:extLst>
              <a:ext uri="{FF2B5EF4-FFF2-40B4-BE49-F238E27FC236}">
                <a16:creationId xmlns:a16="http://schemas.microsoft.com/office/drawing/2014/main" id="{88A95FC6-C2DB-C861-B78A-740E803F6DE6}"/>
              </a:ext>
            </a:extLst>
          </p:cNvPr>
          <p:cNvCxnSpPr>
            <a:cxnSpLocks/>
            <a:stCxn id="4" idx="6"/>
            <a:endCxn id="50" idx="2"/>
          </p:cNvCxnSpPr>
          <p:nvPr/>
        </p:nvCxnSpPr>
        <p:spPr>
          <a:xfrm>
            <a:off x="7419226" y="2906280"/>
            <a:ext cx="2019763"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AA1BD7D2-87D5-CB25-7220-75CC23C26ED5}"/>
              </a:ext>
            </a:extLst>
          </p:cNvPr>
          <p:cNvCxnSpPr>
            <a:cxnSpLocks/>
            <a:stCxn id="5" idx="6"/>
            <a:endCxn id="50" idx="1"/>
          </p:cNvCxnSpPr>
          <p:nvPr/>
        </p:nvCxnSpPr>
        <p:spPr>
          <a:xfrm>
            <a:off x="8927051" y="2065438"/>
            <a:ext cx="652544" cy="51435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DCBA9B09-0D45-58DE-6A3E-C5731169441D}"/>
              </a:ext>
            </a:extLst>
          </p:cNvPr>
          <p:cNvSpPr/>
          <p:nvPr/>
        </p:nvSpPr>
        <p:spPr>
          <a:xfrm>
            <a:off x="10762336" y="2401803"/>
            <a:ext cx="1062990" cy="1008953"/>
          </a:xfrm>
          <a:prstGeom prst="ellipse">
            <a:avLst/>
          </a:prstGeom>
          <a:solidFill>
            <a:srgbClr val="7BB4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Provider License</a:t>
            </a:r>
          </a:p>
        </p:txBody>
      </p:sp>
      <p:cxnSp>
        <p:nvCxnSpPr>
          <p:cNvPr id="175" name="Straight Arrow Connector 174">
            <a:extLst>
              <a:ext uri="{FF2B5EF4-FFF2-40B4-BE49-F238E27FC236}">
                <a16:creationId xmlns:a16="http://schemas.microsoft.com/office/drawing/2014/main" id="{A6CB385E-1977-7907-0254-CFD0998F8B79}"/>
              </a:ext>
            </a:extLst>
          </p:cNvPr>
          <p:cNvCxnSpPr>
            <a:cxnSpLocks/>
            <a:stCxn id="8" idx="0"/>
            <a:endCxn id="50" idx="3"/>
          </p:cNvCxnSpPr>
          <p:nvPr/>
        </p:nvCxnSpPr>
        <p:spPr>
          <a:xfrm flipV="1">
            <a:off x="8395556" y="3232772"/>
            <a:ext cx="1184039" cy="913086"/>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C84F6EBE-42ED-1048-12AF-548E375B2AE4}"/>
              </a:ext>
            </a:extLst>
          </p:cNvPr>
          <p:cNvSpPr/>
          <p:nvPr/>
        </p:nvSpPr>
        <p:spPr>
          <a:xfrm>
            <a:off x="7876971" y="5231180"/>
            <a:ext cx="1053680" cy="1008953"/>
          </a:xfrm>
          <a:prstGeom prst="ellipse">
            <a:avLst/>
          </a:prstGeom>
          <a:solidFill>
            <a:srgbClr val="5B9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dirty="0"/>
              <a:t>Note Template</a:t>
            </a:r>
            <a:endParaRPr lang="en-IN" sz="1000" b="1" dirty="0">
              <a:solidFill>
                <a:schemeClr val="bg2"/>
              </a:solidFill>
            </a:endParaRPr>
          </a:p>
        </p:txBody>
      </p:sp>
      <p:cxnSp>
        <p:nvCxnSpPr>
          <p:cNvPr id="183" name="Straight Arrow Connector 182">
            <a:extLst>
              <a:ext uri="{FF2B5EF4-FFF2-40B4-BE49-F238E27FC236}">
                <a16:creationId xmlns:a16="http://schemas.microsoft.com/office/drawing/2014/main" id="{0E4C1BA0-03E7-A087-46E0-6DA5D9A38A9C}"/>
              </a:ext>
            </a:extLst>
          </p:cNvPr>
          <p:cNvCxnSpPr>
            <a:cxnSpLocks/>
            <a:stCxn id="179" idx="0"/>
            <a:endCxn id="8" idx="2"/>
          </p:cNvCxnSpPr>
          <p:nvPr/>
        </p:nvCxnSpPr>
        <p:spPr>
          <a:xfrm flipH="1" flipV="1">
            <a:off x="8395556" y="4683068"/>
            <a:ext cx="8255" cy="548112"/>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65B84D90-CE57-9754-AEEE-7E0AAA3E789E}"/>
              </a:ext>
            </a:extLst>
          </p:cNvPr>
          <p:cNvCxnSpPr>
            <a:cxnSpLocks/>
            <a:stCxn id="67" idx="2"/>
            <a:endCxn id="50" idx="6"/>
          </p:cNvCxnSpPr>
          <p:nvPr/>
        </p:nvCxnSpPr>
        <p:spPr>
          <a:xfrm flipH="1">
            <a:off x="10399109" y="2906280"/>
            <a:ext cx="363227"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29" name="Content Placeholder 2">
            <a:extLst>
              <a:ext uri="{FF2B5EF4-FFF2-40B4-BE49-F238E27FC236}">
                <a16:creationId xmlns:a16="http://schemas.microsoft.com/office/drawing/2014/main" id="{6643CBE1-055E-26AC-FC63-850C1E03D19F}"/>
              </a:ext>
            </a:extLst>
          </p:cNvPr>
          <p:cNvSpPr txBox="1">
            <a:spLocks/>
          </p:cNvSpPr>
          <p:nvPr/>
        </p:nvSpPr>
        <p:spPr>
          <a:xfrm>
            <a:off x="173140" y="662091"/>
            <a:ext cx="10869930" cy="880111"/>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IN" sz="1400" b="1" dirty="0"/>
              <a:t>Graph Nodes:</a:t>
            </a:r>
            <a:br>
              <a:rPr lang="en-IN" sz="1400" dirty="0"/>
            </a:br>
            <a:r>
              <a:rPr lang="en-IN" sz="1400" dirty="0"/>
              <a:t>Provider, Member, </a:t>
            </a:r>
            <a:r>
              <a:rPr lang="en-IN" sz="1400" dirty="0" err="1"/>
              <a:t>TelehealthVisit</a:t>
            </a:r>
            <a:r>
              <a:rPr lang="en-IN" sz="1400" dirty="0"/>
              <a:t>, Claim, IP, Device, </a:t>
            </a:r>
            <a:r>
              <a:rPr lang="en-IN" sz="1400" dirty="0" err="1"/>
              <a:t>NoteTemplate</a:t>
            </a:r>
            <a:r>
              <a:rPr lang="en-IN" sz="1400" dirty="0"/>
              <a:t>, State, </a:t>
            </a:r>
            <a:r>
              <a:rPr lang="en-IN" sz="1400" dirty="0" err="1"/>
              <a:t>ProviderLicense</a:t>
            </a:r>
            <a:r>
              <a:rPr lang="en-IN" sz="1400" dirty="0"/>
              <a:t>, </a:t>
            </a:r>
            <a:r>
              <a:rPr lang="en-IN" sz="1400" dirty="0" err="1"/>
              <a:t>FraudRule</a:t>
            </a:r>
            <a:r>
              <a:rPr lang="en-IN" sz="1400" dirty="0"/>
              <a:t>, </a:t>
            </a:r>
            <a:r>
              <a:rPr lang="en-IN" sz="1400" dirty="0" err="1"/>
              <a:t>FraudAlert</a:t>
            </a:r>
            <a:endParaRPr lang="en-US" sz="1400" dirty="0"/>
          </a:p>
        </p:txBody>
      </p:sp>
      <p:sp>
        <p:nvSpPr>
          <p:cNvPr id="31" name="Content Placeholder 2">
            <a:extLst>
              <a:ext uri="{FF2B5EF4-FFF2-40B4-BE49-F238E27FC236}">
                <a16:creationId xmlns:a16="http://schemas.microsoft.com/office/drawing/2014/main" id="{9E76B7F8-360D-422B-1BDF-DFDE06162043}"/>
              </a:ext>
            </a:extLst>
          </p:cNvPr>
          <p:cNvSpPr txBox="1">
            <a:spLocks/>
          </p:cNvSpPr>
          <p:nvPr/>
        </p:nvSpPr>
        <p:spPr>
          <a:xfrm>
            <a:off x="177016" y="1541171"/>
            <a:ext cx="5979525" cy="4707848"/>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IN" sz="1400" b="1" dirty="0"/>
              <a:t>Key Edges to highlight:</a:t>
            </a:r>
            <a:endParaRPr lang="en-IN" sz="1400" dirty="0"/>
          </a:p>
          <a:p>
            <a:pPr lvl="0"/>
            <a:r>
              <a:rPr lang="en-IN" sz="1400" dirty="0" err="1"/>
              <a:t>TelehealthVisit</a:t>
            </a:r>
            <a:r>
              <a:rPr lang="en-IN" sz="1400" dirty="0"/>
              <a:t> - by→ Provider</a:t>
            </a:r>
          </a:p>
          <a:p>
            <a:pPr lvl="0"/>
            <a:r>
              <a:rPr lang="en-IN" sz="1400" dirty="0" err="1"/>
              <a:t>TelehealthVisit</a:t>
            </a:r>
            <a:r>
              <a:rPr lang="en-IN" sz="1400" dirty="0"/>
              <a:t> - for→ Member</a:t>
            </a:r>
            <a:endParaRPr lang="en-IN" sz="1400" b="1" dirty="0"/>
          </a:p>
          <a:p>
            <a:pPr lvl="0"/>
            <a:r>
              <a:rPr lang="en-IN" sz="1400" dirty="0"/>
              <a:t>Member – Who is in → State</a:t>
            </a:r>
          </a:p>
          <a:p>
            <a:pPr lvl="0"/>
            <a:r>
              <a:rPr lang="en-IN" sz="1400" dirty="0" err="1"/>
              <a:t>TelehealthVisit</a:t>
            </a:r>
            <a:r>
              <a:rPr lang="en-IN" sz="1400" dirty="0"/>
              <a:t> - </a:t>
            </a:r>
            <a:r>
              <a:rPr lang="en-IN" sz="1400" dirty="0" err="1"/>
              <a:t>originated_from</a:t>
            </a:r>
            <a:r>
              <a:rPr lang="en-IN" sz="1400" dirty="0"/>
              <a:t>→ IP / Device</a:t>
            </a:r>
          </a:p>
          <a:p>
            <a:pPr lvl="0"/>
            <a:r>
              <a:rPr lang="en-IN" sz="1400" dirty="0"/>
              <a:t>Claim - </a:t>
            </a:r>
            <a:r>
              <a:rPr lang="en-IN" sz="1400" dirty="0" err="1"/>
              <a:t>belongs_to</a:t>
            </a:r>
            <a:r>
              <a:rPr lang="en-IN" sz="1400" dirty="0"/>
              <a:t>→ </a:t>
            </a:r>
            <a:r>
              <a:rPr lang="en-IN" sz="1400" dirty="0" err="1"/>
              <a:t>TelehealthVisit</a:t>
            </a:r>
            <a:endParaRPr lang="en-IN" sz="1400" dirty="0"/>
          </a:p>
          <a:p>
            <a:pPr lvl="0"/>
            <a:r>
              <a:rPr lang="en-IN" sz="1400" dirty="0"/>
              <a:t>Claim → originated from → Provider </a:t>
            </a:r>
          </a:p>
          <a:p>
            <a:pPr lvl="0"/>
            <a:r>
              <a:rPr lang="en-IN" sz="1400" dirty="0"/>
              <a:t>Provider licensed → in → State</a:t>
            </a:r>
          </a:p>
          <a:p>
            <a:pPr lvl="0"/>
            <a:r>
              <a:rPr lang="en-IN" sz="1400" dirty="0" err="1"/>
              <a:t>TelehealthVisit</a:t>
            </a:r>
            <a:r>
              <a:rPr lang="en-IN" sz="1400" dirty="0"/>
              <a:t>/Claim - </a:t>
            </a:r>
            <a:r>
              <a:rPr lang="en-IN" sz="1400" dirty="0" err="1"/>
              <a:t>took_place_in</a:t>
            </a:r>
            <a:r>
              <a:rPr lang="en-IN" sz="1400" dirty="0"/>
              <a:t>→ State (derive from Member state)</a:t>
            </a:r>
          </a:p>
          <a:p>
            <a:pPr lvl="0"/>
            <a:r>
              <a:rPr lang="en-IN" sz="1400" dirty="0" err="1"/>
              <a:t>TelehealthVisit</a:t>
            </a:r>
            <a:r>
              <a:rPr lang="en-IN" sz="1400" dirty="0"/>
              <a:t> - uses→ </a:t>
            </a:r>
            <a:r>
              <a:rPr lang="en-IN" sz="1400" dirty="0" err="1"/>
              <a:t>NoteTemplate</a:t>
            </a:r>
            <a:endParaRPr lang="en-IN" sz="1400" dirty="0"/>
          </a:p>
          <a:p>
            <a:pPr marL="0" lvl="0" indent="0">
              <a:buNone/>
            </a:pPr>
            <a:endParaRPr lang="en-IN" sz="300" dirty="0"/>
          </a:p>
          <a:p>
            <a:pPr marL="0" lvl="0" indent="0">
              <a:buNone/>
            </a:pPr>
            <a:r>
              <a:rPr lang="en-IN" sz="1400" dirty="0"/>
              <a:t>Fraud Rule get triggered by IP cluster / Overlap / Licensing mismatch / Template repetition.</a:t>
            </a:r>
          </a:p>
          <a:p>
            <a:pPr marL="0" lvl="0" indent="0">
              <a:buNone/>
            </a:pPr>
            <a:r>
              <a:rPr lang="en-IN" sz="1400" dirty="0"/>
              <a:t>Fraud Alert get raised for </a:t>
            </a:r>
            <a:r>
              <a:rPr lang="en-IN" sz="1400" b="1" dirty="0"/>
              <a:t>Provider</a:t>
            </a:r>
            <a:r>
              <a:rPr lang="en-IN" sz="1400" dirty="0"/>
              <a:t> and Fraud Alert involves </a:t>
            </a:r>
            <a:r>
              <a:rPr lang="en-IN" sz="1400" b="1" dirty="0"/>
              <a:t>Member</a:t>
            </a:r>
          </a:p>
        </p:txBody>
      </p:sp>
      <p:cxnSp>
        <p:nvCxnSpPr>
          <p:cNvPr id="32" name="Straight Arrow Connector 31">
            <a:extLst>
              <a:ext uri="{FF2B5EF4-FFF2-40B4-BE49-F238E27FC236}">
                <a16:creationId xmlns:a16="http://schemas.microsoft.com/office/drawing/2014/main" id="{327C584B-8C8B-D735-87F2-4C901E6DBF1E}"/>
              </a:ext>
            </a:extLst>
          </p:cNvPr>
          <p:cNvCxnSpPr>
            <a:cxnSpLocks/>
            <a:stCxn id="7" idx="0"/>
            <a:endCxn id="50" idx="4"/>
          </p:cNvCxnSpPr>
          <p:nvPr/>
        </p:nvCxnSpPr>
        <p:spPr>
          <a:xfrm flipV="1">
            <a:off x="9918719" y="3368010"/>
            <a:ext cx="330" cy="527002"/>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0C1AFA4-CB2C-EB4E-B0EE-49EAD5F5327C}"/>
              </a:ext>
            </a:extLst>
          </p:cNvPr>
          <p:cNvCxnSpPr>
            <a:cxnSpLocks/>
            <a:stCxn id="5" idx="2"/>
            <a:endCxn id="4" idx="7"/>
          </p:cNvCxnSpPr>
          <p:nvPr/>
        </p:nvCxnSpPr>
        <p:spPr>
          <a:xfrm flipH="1">
            <a:off x="7263555" y="2065438"/>
            <a:ext cx="600506" cy="477142"/>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5955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1889-6FBF-3790-E8CA-30A7864CF3D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0843161-5580-D399-F106-498C4D5D63F8}"/>
              </a:ext>
            </a:extLst>
          </p:cNvPr>
          <p:cNvSpPr>
            <a:spLocks noGrp="1"/>
          </p:cNvSpPr>
          <p:nvPr>
            <p:ph type="title"/>
          </p:nvPr>
        </p:nvSpPr>
        <p:spPr>
          <a:xfrm>
            <a:off x="1005840" y="2318129"/>
            <a:ext cx="8378190" cy="498598"/>
          </a:xfrm>
        </p:spPr>
        <p:txBody>
          <a:bodyPr/>
          <a:lstStyle/>
          <a:p>
            <a:r>
              <a:rPr lang="en-US" dirty="0"/>
              <a:t>Scenario 2- </a:t>
            </a:r>
            <a:r>
              <a:rPr lang="en-IN" dirty="0"/>
              <a:t>Care Gap Use Case</a:t>
            </a:r>
            <a:endParaRPr lang="en-US" dirty="0"/>
          </a:p>
        </p:txBody>
      </p:sp>
      <p:sp>
        <p:nvSpPr>
          <p:cNvPr id="5" name="Slide Number Placeholder 4">
            <a:extLst>
              <a:ext uri="{FF2B5EF4-FFF2-40B4-BE49-F238E27FC236}">
                <a16:creationId xmlns:a16="http://schemas.microsoft.com/office/drawing/2014/main" id="{F006FBB5-1F79-2DE3-D3EE-7AB37A378E78}"/>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2" name="Footer Placeholder 1">
            <a:extLst>
              <a:ext uri="{FF2B5EF4-FFF2-40B4-BE49-F238E27FC236}">
                <a16:creationId xmlns:a16="http://schemas.microsoft.com/office/drawing/2014/main" id="{9276EF55-7071-48F8-89F3-74CEA5CC4392}"/>
              </a:ext>
            </a:extLst>
          </p:cNvPr>
          <p:cNvSpPr>
            <a:spLocks noGrp="1"/>
          </p:cNvSpPr>
          <p:nvPr>
            <p:ph type="ftr" sz="quarter" idx="11"/>
          </p:nvPr>
        </p:nvSpPr>
        <p:spPr/>
        <p:txBody>
          <a:bodyPr/>
          <a:lstStyle/>
          <a:p>
            <a:r>
              <a:rPr lang="en-US" dirty="0"/>
              <a:t>© 2025–2027 Cognizant | Private</a:t>
            </a:r>
          </a:p>
        </p:txBody>
      </p:sp>
      <p:sp>
        <p:nvSpPr>
          <p:cNvPr id="3" name="Subtitle 5">
            <a:extLst>
              <a:ext uri="{FF2B5EF4-FFF2-40B4-BE49-F238E27FC236}">
                <a16:creationId xmlns:a16="http://schemas.microsoft.com/office/drawing/2014/main" id="{75C41231-C0A9-02D8-D115-769192ED15A1}"/>
              </a:ext>
            </a:extLst>
          </p:cNvPr>
          <p:cNvSpPr txBox="1">
            <a:spLocks/>
          </p:cNvSpPr>
          <p:nvPr/>
        </p:nvSpPr>
        <p:spPr>
          <a:xfrm>
            <a:off x="1005840" y="3429000"/>
            <a:ext cx="6252210" cy="612274"/>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sz="1800" b="1" dirty="0">
                <a:solidFill>
                  <a:schemeClr val="accent4">
                    <a:lumMod val="60000"/>
                    <a:lumOff val="40000"/>
                  </a:schemeClr>
                </a:solidFill>
              </a:rPr>
              <a:t>Identifying a Breast Cancer Screening care gap for an eligible member</a:t>
            </a:r>
          </a:p>
        </p:txBody>
      </p:sp>
    </p:spTree>
    <p:extLst>
      <p:ext uri="{BB962C8B-B14F-4D97-AF65-F5344CB8AC3E}">
        <p14:creationId xmlns:p14="http://schemas.microsoft.com/office/powerpoint/2010/main" val="150507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403AA-A481-F649-11D3-07D0E0AFB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93EA8-27F0-6124-0F5F-F0C4B9F63E26}"/>
              </a:ext>
            </a:extLst>
          </p:cNvPr>
          <p:cNvSpPr>
            <a:spLocks noGrp="1"/>
          </p:cNvSpPr>
          <p:nvPr>
            <p:ph type="title"/>
          </p:nvPr>
        </p:nvSpPr>
        <p:spPr>
          <a:xfrm>
            <a:off x="449578" y="124800"/>
            <a:ext cx="11742421" cy="664797"/>
          </a:xfrm>
        </p:spPr>
        <p:txBody>
          <a:bodyPr/>
          <a:lstStyle/>
          <a:p>
            <a:r>
              <a:rPr lang="en-US" dirty="0"/>
              <a:t>Scenario 2: Identifying a Breast Cancer Screening care gap for an eligible member.</a:t>
            </a:r>
          </a:p>
        </p:txBody>
      </p:sp>
      <p:sp>
        <p:nvSpPr>
          <p:cNvPr id="7" name="Slide Number Placeholder 6">
            <a:extLst>
              <a:ext uri="{FF2B5EF4-FFF2-40B4-BE49-F238E27FC236}">
                <a16:creationId xmlns:a16="http://schemas.microsoft.com/office/drawing/2014/main" id="{F50D6C1F-7D53-2321-C57F-CB82B35F845D}"/>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4" name="Footer Placeholder 3">
            <a:extLst>
              <a:ext uri="{FF2B5EF4-FFF2-40B4-BE49-F238E27FC236}">
                <a16:creationId xmlns:a16="http://schemas.microsoft.com/office/drawing/2014/main" id="{3B1657D8-2B44-DCAA-3C3A-4815D7C5565B}"/>
              </a:ext>
            </a:extLst>
          </p:cNvPr>
          <p:cNvSpPr>
            <a:spLocks noGrp="1"/>
          </p:cNvSpPr>
          <p:nvPr>
            <p:ph type="ftr" sz="quarter" idx="11"/>
          </p:nvPr>
        </p:nvSpPr>
        <p:spPr/>
        <p:txBody>
          <a:bodyPr/>
          <a:lstStyle/>
          <a:p>
            <a:r>
              <a:rPr lang="en-US" dirty="0"/>
              <a:t>© 2025–2027 Cognizant | Private</a:t>
            </a:r>
          </a:p>
        </p:txBody>
      </p:sp>
      <p:sp>
        <p:nvSpPr>
          <p:cNvPr id="3" name="Content Placeholder 2">
            <a:extLst>
              <a:ext uri="{FF2B5EF4-FFF2-40B4-BE49-F238E27FC236}">
                <a16:creationId xmlns:a16="http://schemas.microsoft.com/office/drawing/2014/main" id="{6CF125D5-A7C3-4CBC-7B3E-A001787EA6A7}"/>
              </a:ext>
            </a:extLst>
          </p:cNvPr>
          <p:cNvSpPr txBox="1">
            <a:spLocks/>
          </p:cNvSpPr>
          <p:nvPr/>
        </p:nvSpPr>
        <p:spPr>
          <a:xfrm>
            <a:off x="457200" y="845818"/>
            <a:ext cx="11510010" cy="1177291"/>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IN" sz="1400" b="1" dirty="0"/>
              <a:t>Scenario Summary:</a:t>
            </a:r>
            <a:br>
              <a:rPr lang="en-IN" sz="1400" dirty="0"/>
            </a:br>
            <a:r>
              <a:rPr lang="en-US" sz="1400" dirty="0"/>
              <a:t>A 42-year-old female member is eligible for a Breast Cancer Screening (HEDIS measure BCS). However, the payer identifies that the member has not received a mammogram within the past 2 years.</a:t>
            </a:r>
          </a:p>
          <a:p>
            <a:pPr marL="0" indent="0">
              <a:buNone/>
            </a:pPr>
            <a:r>
              <a:rPr lang="en-US" sz="1400" dirty="0"/>
              <a:t>A knowledge graph connects multiple datasets to accurately detect and verify this care gap.</a:t>
            </a:r>
          </a:p>
        </p:txBody>
      </p:sp>
      <p:sp>
        <p:nvSpPr>
          <p:cNvPr id="6" name="Rectangle: Rounded Corners 5">
            <a:extLst>
              <a:ext uri="{FF2B5EF4-FFF2-40B4-BE49-F238E27FC236}">
                <a16:creationId xmlns:a16="http://schemas.microsoft.com/office/drawing/2014/main" id="{A412C159-71FF-5FDA-1C20-51F37B0BEB57}"/>
              </a:ext>
            </a:extLst>
          </p:cNvPr>
          <p:cNvSpPr/>
          <p:nvPr/>
        </p:nvSpPr>
        <p:spPr>
          <a:xfrm>
            <a:off x="308610" y="2134548"/>
            <a:ext cx="3543300" cy="1180144"/>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(1) Member turns 52:</a:t>
            </a:r>
          </a:p>
          <a:p>
            <a:r>
              <a:rPr lang="en-US" sz="1200" dirty="0"/>
              <a:t>From Member Data:</a:t>
            </a:r>
          </a:p>
          <a:p>
            <a:r>
              <a:rPr lang="en-US" sz="1200" dirty="0"/>
              <a:t>• DOB → determines age</a:t>
            </a:r>
          </a:p>
          <a:p>
            <a:r>
              <a:rPr lang="en-US" sz="1200" dirty="0"/>
              <a:t>• Gender → indicates eligibility for BCS measure</a:t>
            </a:r>
            <a:endParaRPr lang="en-IN" sz="1200" dirty="0"/>
          </a:p>
        </p:txBody>
      </p:sp>
      <p:sp>
        <p:nvSpPr>
          <p:cNvPr id="8" name="Rectangle: Rounded Corners 7">
            <a:extLst>
              <a:ext uri="{FF2B5EF4-FFF2-40B4-BE49-F238E27FC236}">
                <a16:creationId xmlns:a16="http://schemas.microsoft.com/office/drawing/2014/main" id="{D1D30E05-102D-0FE5-87AE-A0163EAA63BF}"/>
              </a:ext>
            </a:extLst>
          </p:cNvPr>
          <p:cNvSpPr/>
          <p:nvPr/>
        </p:nvSpPr>
        <p:spPr>
          <a:xfrm>
            <a:off x="4366260" y="2134548"/>
            <a:ext cx="3543300" cy="1177290"/>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(2) Member’s plan enrollment is active:</a:t>
            </a:r>
          </a:p>
          <a:p>
            <a:r>
              <a:rPr lang="en-US" sz="1200" dirty="0"/>
              <a:t>From Eligibility Table:</a:t>
            </a:r>
          </a:p>
          <a:p>
            <a:r>
              <a:rPr lang="en-US" sz="1200" dirty="0"/>
              <a:t>• Coverage active from 1/1/2026 → present</a:t>
            </a:r>
          </a:p>
          <a:p>
            <a:r>
              <a:rPr lang="en-US" sz="1200" dirty="0"/>
              <a:t>• PCP assigned: </a:t>
            </a:r>
            <a:r>
              <a:rPr lang="en-US" sz="1200" dirty="0" err="1"/>
              <a:t>ProviderID</a:t>
            </a:r>
            <a:r>
              <a:rPr lang="en-US" sz="1200" dirty="0"/>
              <a:t> P1007</a:t>
            </a:r>
          </a:p>
        </p:txBody>
      </p:sp>
      <p:sp>
        <p:nvSpPr>
          <p:cNvPr id="9" name="Rectangle: Rounded Corners 8">
            <a:extLst>
              <a:ext uri="{FF2B5EF4-FFF2-40B4-BE49-F238E27FC236}">
                <a16:creationId xmlns:a16="http://schemas.microsoft.com/office/drawing/2014/main" id="{42737610-BFE5-11B2-DE6B-A453C6948676}"/>
              </a:ext>
            </a:extLst>
          </p:cNvPr>
          <p:cNvSpPr/>
          <p:nvPr/>
        </p:nvSpPr>
        <p:spPr>
          <a:xfrm>
            <a:off x="8355332" y="2135498"/>
            <a:ext cx="3543300" cy="1177291"/>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(3) The member qualifies for Breast Cancer Screening:</a:t>
            </a:r>
          </a:p>
          <a:p>
            <a:r>
              <a:rPr lang="en-US" sz="1200" dirty="0"/>
              <a:t>From Quality Measure Table (HEDIS BCS):</a:t>
            </a:r>
          </a:p>
          <a:p>
            <a:r>
              <a:rPr lang="en-US" sz="1200" dirty="0"/>
              <a:t>• Women 42–74</a:t>
            </a:r>
          </a:p>
          <a:p>
            <a:r>
              <a:rPr lang="en-US" sz="1200" dirty="0"/>
              <a:t>• Mammogram within last 24 months</a:t>
            </a:r>
          </a:p>
          <a:p>
            <a:r>
              <a:rPr lang="en-US" sz="1200" dirty="0"/>
              <a:t>• CPT codes for mammography</a:t>
            </a:r>
          </a:p>
        </p:txBody>
      </p:sp>
      <p:sp>
        <p:nvSpPr>
          <p:cNvPr id="10" name="Rectangle: Rounded Corners 9">
            <a:extLst>
              <a:ext uri="{FF2B5EF4-FFF2-40B4-BE49-F238E27FC236}">
                <a16:creationId xmlns:a16="http://schemas.microsoft.com/office/drawing/2014/main" id="{45E0F1B0-A28D-0B32-94D9-06AE986EC774}"/>
              </a:ext>
            </a:extLst>
          </p:cNvPr>
          <p:cNvSpPr/>
          <p:nvPr/>
        </p:nvSpPr>
        <p:spPr>
          <a:xfrm>
            <a:off x="308610" y="3791425"/>
            <a:ext cx="3543300" cy="1180144"/>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(4) System checks Claims:</a:t>
            </a:r>
          </a:p>
          <a:p>
            <a:r>
              <a:rPr lang="en-US" sz="1200" dirty="0"/>
              <a:t>Looking for CPT codes: 77062, 77061, 77066, 77065, 77063, </a:t>
            </a:r>
            <a:r>
              <a:rPr lang="en-US" sz="1200" b="1" dirty="0"/>
              <a:t>77067</a:t>
            </a:r>
            <a:r>
              <a:rPr lang="en-US" sz="1200" dirty="0"/>
              <a:t>.</a:t>
            </a:r>
          </a:p>
          <a:p>
            <a:r>
              <a:rPr lang="en-US" sz="1200" dirty="0"/>
              <a:t>From Claims Table &amp; Radiology Table:</a:t>
            </a:r>
          </a:p>
          <a:p>
            <a:r>
              <a:rPr lang="en-US" sz="1200" dirty="0"/>
              <a:t>• No mammogram claim in last 24 months</a:t>
            </a:r>
          </a:p>
        </p:txBody>
      </p:sp>
      <p:sp>
        <p:nvSpPr>
          <p:cNvPr id="11" name="Rectangle: Rounded Corners 10">
            <a:extLst>
              <a:ext uri="{FF2B5EF4-FFF2-40B4-BE49-F238E27FC236}">
                <a16:creationId xmlns:a16="http://schemas.microsoft.com/office/drawing/2014/main" id="{11B4A111-D1DF-C37F-45EB-331C85514C40}"/>
              </a:ext>
            </a:extLst>
          </p:cNvPr>
          <p:cNvSpPr/>
          <p:nvPr/>
        </p:nvSpPr>
        <p:spPr>
          <a:xfrm>
            <a:off x="4366260" y="3791425"/>
            <a:ext cx="3543300" cy="1178240"/>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(5) System identifies an open care gap Node:</a:t>
            </a:r>
          </a:p>
          <a:p>
            <a:r>
              <a:rPr lang="en-US" sz="1200" dirty="0"/>
              <a:t>• </a:t>
            </a:r>
            <a:r>
              <a:rPr lang="en-US" sz="1200" dirty="0" err="1"/>
              <a:t>CareGap</a:t>
            </a:r>
            <a:r>
              <a:rPr lang="en-US" sz="1200" dirty="0"/>
              <a:t> {Type: Breast Cancer Screening, Status: Open}</a:t>
            </a:r>
          </a:p>
        </p:txBody>
      </p:sp>
      <p:sp>
        <p:nvSpPr>
          <p:cNvPr id="12" name="Rectangle: Rounded Corners 11">
            <a:extLst>
              <a:ext uri="{FF2B5EF4-FFF2-40B4-BE49-F238E27FC236}">
                <a16:creationId xmlns:a16="http://schemas.microsoft.com/office/drawing/2014/main" id="{08061C28-2AD5-337F-3FF0-822B5ED18F8B}"/>
              </a:ext>
            </a:extLst>
          </p:cNvPr>
          <p:cNvSpPr/>
          <p:nvPr/>
        </p:nvSpPr>
        <p:spPr>
          <a:xfrm>
            <a:off x="8423910" y="3791426"/>
            <a:ext cx="3543300" cy="1177291"/>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(6) Care Management Outreach Triggered:</a:t>
            </a:r>
          </a:p>
          <a:p>
            <a:r>
              <a:rPr lang="en-US" sz="1200" dirty="0"/>
              <a:t>From Care Management Table:</a:t>
            </a:r>
          </a:p>
          <a:p>
            <a:r>
              <a:rPr lang="en-US" sz="1200" dirty="0"/>
              <a:t>• Outreach attempt logged</a:t>
            </a:r>
          </a:p>
          <a:p>
            <a:r>
              <a:rPr lang="en-US" sz="1200" dirty="0"/>
              <a:t>• Channel: Phone</a:t>
            </a:r>
          </a:p>
          <a:p>
            <a:r>
              <a:rPr lang="en-US" sz="1200" dirty="0"/>
              <a:t>• Status: Pending follow-up</a:t>
            </a:r>
          </a:p>
        </p:txBody>
      </p:sp>
      <p:sp>
        <p:nvSpPr>
          <p:cNvPr id="13" name="Rectangle: Rounded Corners 12">
            <a:extLst>
              <a:ext uri="{FF2B5EF4-FFF2-40B4-BE49-F238E27FC236}">
                <a16:creationId xmlns:a16="http://schemas.microsoft.com/office/drawing/2014/main" id="{B515DFB6-F029-4492-385C-573CF2AECD33}"/>
              </a:ext>
            </a:extLst>
          </p:cNvPr>
          <p:cNvSpPr/>
          <p:nvPr/>
        </p:nvSpPr>
        <p:spPr>
          <a:xfrm>
            <a:off x="4324350" y="5451159"/>
            <a:ext cx="3543300" cy="1178240"/>
          </a:xfrm>
          <a:prstGeom prst="roundRect">
            <a:avLst/>
          </a:prstGeom>
          <a:solidFill>
            <a:srgbClr val="CCECFF"/>
          </a:solidFill>
          <a:ln/>
        </p:spPr>
        <p:style>
          <a:lnRef idx="2">
            <a:schemeClr val="accent2"/>
          </a:lnRef>
          <a:fillRef idx="1">
            <a:schemeClr val="lt1"/>
          </a:fillRef>
          <a:effectRef idx="0">
            <a:schemeClr val="accent2"/>
          </a:effectRef>
          <a:fontRef idx="minor">
            <a:schemeClr val="dk1"/>
          </a:fontRef>
        </p:style>
        <p:txBody>
          <a:bodyPr rtlCol="0" anchor="ctr"/>
          <a:lstStyle/>
          <a:p>
            <a:r>
              <a:rPr lang="en-US" sz="1200" b="1" dirty="0"/>
              <a:t>(7) Provider Network Check System retrieves:</a:t>
            </a:r>
          </a:p>
          <a:p>
            <a:r>
              <a:rPr lang="en-US" sz="1200" dirty="0"/>
              <a:t>• In-network radiology centers near member’s ZIP</a:t>
            </a:r>
          </a:p>
          <a:p>
            <a:r>
              <a:rPr lang="en-US" sz="1200" dirty="0"/>
              <a:t>• Providers who perform mammograms</a:t>
            </a:r>
          </a:p>
        </p:txBody>
      </p:sp>
      <p:cxnSp>
        <p:nvCxnSpPr>
          <p:cNvPr id="14" name="Straight Arrow Connector 13">
            <a:extLst>
              <a:ext uri="{FF2B5EF4-FFF2-40B4-BE49-F238E27FC236}">
                <a16:creationId xmlns:a16="http://schemas.microsoft.com/office/drawing/2014/main" id="{1F87A32F-E886-F82A-A80E-D261B801449C}"/>
              </a:ext>
            </a:extLst>
          </p:cNvPr>
          <p:cNvCxnSpPr>
            <a:cxnSpLocks/>
            <a:stCxn id="6" idx="3"/>
            <a:endCxn id="8" idx="1"/>
          </p:cNvCxnSpPr>
          <p:nvPr/>
        </p:nvCxnSpPr>
        <p:spPr>
          <a:xfrm flipV="1">
            <a:off x="3851910" y="2723193"/>
            <a:ext cx="514350" cy="1427"/>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612DD40-292A-13A6-E580-8437BBFE7DEC}"/>
              </a:ext>
            </a:extLst>
          </p:cNvPr>
          <p:cNvCxnSpPr>
            <a:cxnSpLocks/>
            <a:stCxn id="8" idx="3"/>
            <a:endCxn id="9" idx="1"/>
          </p:cNvCxnSpPr>
          <p:nvPr/>
        </p:nvCxnSpPr>
        <p:spPr>
          <a:xfrm>
            <a:off x="7909560" y="2723193"/>
            <a:ext cx="445772" cy="951"/>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6BF7754-176F-33A5-4031-EAF1FB95E85D}"/>
              </a:ext>
            </a:extLst>
          </p:cNvPr>
          <p:cNvCxnSpPr>
            <a:cxnSpLocks/>
            <a:stCxn id="10" idx="3"/>
            <a:endCxn id="11" idx="1"/>
          </p:cNvCxnSpPr>
          <p:nvPr/>
        </p:nvCxnSpPr>
        <p:spPr>
          <a:xfrm flipV="1">
            <a:off x="3851910" y="4380545"/>
            <a:ext cx="514350" cy="952"/>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EAEED68-A29B-E36E-3DE0-3645F15A437C}"/>
              </a:ext>
            </a:extLst>
          </p:cNvPr>
          <p:cNvCxnSpPr>
            <a:cxnSpLocks/>
            <a:stCxn id="11" idx="3"/>
            <a:endCxn id="12" idx="1"/>
          </p:cNvCxnSpPr>
          <p:nvPr/>
        </p:nvCxnSpPr>
        <p:spPr>
          <a:xfrm flipV="1">
            <a:off x="7909560" y="4380072"/>
            <a:ext cx="514350" cy="473"/>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7ECDD22A-46DA-6D52-D79A-ECECF1A40C74}"/>
              </a:ext>
            </a:extLst>
          </p:cNvPr>
          <p:cNvCxnSpPr>
            <a:cxnSpLocks/>
            <a:stCxn id="9" idx="2"/>
            <a:endCxn id="10" idx="0"/>
          </p:cNvCxnSpPr>
          <p:nvPr/>
        </p:nvCxnSpPr>
        <p:spPr>
          <a:xfrm rot="5400000">
            <a:off x="5864303" y="-471254"/>
            <a:ext cx="478636" cy="8046722"/>
          </a:xfrm>
          <a:prstGeom prst="bentConnector3">
            <a:avLst>
              <a:gd name="adj1" fmla="val 50000"/>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6D691094-17D2-983B-DCD6-CAEFCEFE77EE}"/>
              </a:ext>
            </a:extLst>
          </p:cNvPr>
          <p:cNvCxnSpPr>
            <a:cxnSpLocks/>
            <a:stCxn id="12" idx="2"/>
            <a:endCxn id="13" idx="0"/>
          </p:cNvCxnSpPr>
          <p:nvPr/>
        </p:nvCxnSpPr>
        <p:spPr>
          <a:xfrm rot="5400000">
            <a:off x="7904559" y="3160158"/>
            <a:ext cx="482442" cy="4099560"/>
          </a:xfrm>
          <a:prstGeom prst="bentConnector3">
            <a:avLst>
              <a:gd name="adj1" fmla="val 50000"/>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3629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571A0-B836-8AA0-AE20-5923FE557C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FF3B0D-30F4-8AB6-99A6-FD0113472997}"/>
              </a:ext>
            </a:extLst>
          </p:cNvPr>
          <p:cNvSpPr>
            <a:spLocks noGrp="1"/>
          </p:cNvSpPr>
          <p:nvPr>
            <p:ph type="title"/>
          </p:nvPr>
        </p:nvSpPr>
        <p:spPr>
          <a:xfrm>
            <a:off x="550310" y="244061"/>
            <a:ext cx="11277600" cy="332399"/>
          </a:xfrm>
        </p:spPr>
        <p:txBody>
          <a:bodyPr/>
          <a:lstStyle/>
          <a:p>
            <a:r>
              <a:rPr lang="en-IN" dirty="0"/>
              <a:t>Knowledge graph architecture walkthrough-Care gap</a:t>
            </a:r>
            <a:endParaRPr lang="en-US" dirty="0"/>
          </a:p>
        </p:txBody>
      </p:sp>
      <p:sp>
        <p:nvSpPr>
          <p:cNvPr id="2" name="Slide Number Placeholder 1">
            <a:extLst>
              <a:ext uri="{FF2B5EF4-FFF2-40B4-BE49-F238E27FC236}">
                <a16:creationId xmlns:a16="http://schemas.microsoft.com/office/drawing/2014/main" id="{0612B9D7-2978-B92D-80F5-221F869816E4}"/>
              </a:ext>
            </a:extLst>
          </p:cNvPr>
          <p:cNvSpPr>
            <a:spLocks noGrp="1"/>
          </p:cNvSpPr>
          <p:nvPr>
            <p:ph type="sldNum" sz="quarter" idx="12"/>
          </p:nvPr>
        </p:nvSpPr>
        <p:spPr/>
        <p:txBody>
          <a:bodyPr/>
          <a:lstStyle/>
          <a:p>
            <a:fld id="{38826FC0-333C-E549-9FA3-0EE43DF298A3}" type="slidenum">
              <a:rPr lang="en-US" smtClean="0"/>
              <a:t>8</a:t>
            </a:fld>
            <a:endParaRPr lang="en-US"/>
          </a:p>
        </p:txBody>
      </p:sp>
      <p:sp>
        <p:nvSpPr>
          <p:cNvPr id="6" name="Footer Placeholder 5">
            <a:extLst>
              <a:ext uri="{FF2B5EF4-FFF2-40B4-BE49-F238E27FC236}">
                <a16:creationId xmlns:a16="http://schemas.microsoft.com/office/drawing/2014/main" id="{26E81C1D-9B1C-18F8-8D75-674944238544}"/>
              </a:ext>
            </a:extLst>
          </p:cNvPr>
          <p:cNvSpPr>
            <a:spLocks noGrp="1"/>
          </p:cNvSpPr>
          <p:nvPr>
            <p:ph type="ftr" sz="quarter" idx="11"/>
          </p:nvPr>
        </p:nvSpPr>
        <p:spPr/>
        <p:txBody>
          <a:bodyPr/>
          <a:lstStyle/>
          <a:p>
            <a:r>
              <a:rPr lang="en-US"/>
              <a:t>© 2025–2027 Cognizant | Private</a:t>
            </a:r>
          </a:p>
        </p:txBody>
      </p:sp>
      <p:sp>
        <p:nvSpPr>
          <p:cNvPr id="4" name="Content Placeholder 2">
            <a:extLst>
              <a:ext uri="{FF2B5EF4-FFF2-40B4-BE49-F238E27FC236}">
                <a16:creationId xmlns:a16="http://schemas.microsoft.com/office/drawing/2014/main" id="{64E1FC95-5787-5383-2341-AA3D02D4E84F}"/>
              </a:ext>
            </a:extLst>
          </p:cNvPr>
          <p:cNvSpPr txBox="1">
            <a:spLocks/>
          </p:cNvSpPr>
          <p:nvPr/>
        </p:nvSpPr>
        <p:spPr>
          <a:xfrm>
            <a:off x="457199" y="892003"/>
            <a:ext cx="10869930" cy="852204"/>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IN" sz="1400" b="1" dirty="0"/>
              <a:t>Graph Nodes:</a:t>
            </a:r>
            <a:br>
              <a:rPr lang="en-IN" sz="1400" dirty="0"/>
            </a:br>
            <a:r>
              <a:rPr lang="en-IN" sz="1400" dirty="0"/>
              <a:t>Member, Provider, Plan, Eligibility, Claim, Imaging Event, Quality Measure, Care Gap, Outreach, Procedure Code.</a:t>
            </a:r>
            <a:endParaRPr lang="en-US" sz="1400" dirty="0">
              <a:solidFill>
                <a:srgbClr val="B81F2D"/>
              </a:solidFill>
            </a:endParaRPr>
          </a:p>
        </p:txBody>
      </p:sp>
      <p:sp>
        <p:nvSpPr>
          <p:cNvPr id="7" name="Content Placeholder 2">
            <a:extLst>
              <a:ext uri="{FF2B5EF4-FFF2-40B4-BE49-F238E27FC236}">
                <a16:creationId xmlns:a16="http://schemas.microsoft.com/office/drawing/2014/main" id="{CFC61B68-2D19-A574-67C2-37F263D0F39B}"/>
              </a:ext>
            </a:extLst>
          </p:cNvPr>
          <p:cNvSpPr txBox="1">
            <a:spLocks/>
          </p:cNvSpPr>
          <p:nvPr/>
        </p:nvSpPr>
        <p:spPr>
          <a:xfrm>
            <a:off x="495565" y="1787440"/>
            <a:ext cx="5554980" cy="4034791"/>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IN" sz="1400" b="1" dirty="0"/>
              <a:t>Key Edges to highlight:</a:t>
            </a:r>
            <a:endParaRPr lang="en-IN" sz="900" dirty="0"/>
          </a:p>
          <a:p>
            <a:pPr lvl="0"/>
            <a:r>
              <a:rPr lang="en-IN" sz="1400" dirty="0"/>
              <a:t>Member → ASSIGNED_TO_PCP → Provider</a:t>
            </a:r>
          </a:p>
          <a:p>
            <a:pPr lvl="0"/>
            <a:r>
              <a:rPr lang="en-IN" sz="1400" dirty="0"/>
              <a:t>Member → ENROLLED_IN → Plan</a:t>
            </a:r>
          </a:p>
          <a:p>
            <a:pPr lvl="0"/>
            <a:r>
              <a:rPr lang="en-IN" sz="1400" dirty="0"/>
              <a:t>Member → HAS_CLAIM → Claim</a:t>
            </a:r>
          </a:p>
          <a:p>
            <a:pPr lvl="0"/>
            <a:r>
              <a:rPr lang="en-IN" sz="1400" dirty="0"/>
              <a:t>Provider → BILLED → Claim</a:t>
            </a:r>
          </a:p>
          <a:p>
            <a:pPr lvl="0"/>
            <a:r>
              <a:rPr lang="en-IN" sz="1400" dirty="0"/>
              <a:t>Member → HAD_IMAGING → </a:t>
            </a:r>
            <a:r>
              <a:rPr lang="en-IN" sz="1400" dirty="0" err="1"/>
              <a:t>ImagingEvent</a:t>
            </a:r>
            <a:endParaRPr lang="en-IN" sz="1400" dirty="0"/>
          </a:p>
          <a:p>
            <a:pPr lvl="0"/>
            <a:r>
              <a:rPr lang="en-IN" sz="1400" dirty="0"/>
              <a:t>Member → HAS_CARE_GAP → </a:t>
            </a:r>
            <a:r>
              <a:rPr lang="en-IN" sz="1400" dirty="0" err="1"/>
              <a:t>CareGap</a:t>
            </a:r>
            <a:endParaRPr lang="en-IN" sz="1400" dirty="0"/>
          </a:p>
          <a:p>
            <a:pPr lvl="0"/>
            <a:r>
              <a:rPr lang="en-IN" sz="1400" dirty="0" err="1"/>
              <a:t>CareGap</a:t>
            </a:r>
            <a:r>
              <a:rPr lang="en-IN" sz="1400" dirty="0"/>
              <a:t> → FOR_MEASURE → </a:t>
            </a:r>
            <a:r>
              <a:rPr lang="en-IN" sz="1400" dirty="0" err="1"/>
              <a:t>QualityMeasure</a:t>
            </a:r>
            <a:endParaRPr lang="en-IN" sz="1400" dirty="0"/>
          </a:p>
          <a:p>
            <a:r>
              <a:rPr lang="en-IN" sz="1400" dirty="0" err="1"/>
              <a:t>CareGap</a:t>
            </a:r>
            <a:r>
              <a:rPr lang="en-IN" sz="1400" dirty="0"/>
              <a:t> → INITIATES → Outreach</a:t>
            </a:r>
          </a:p>
          <a:p>
            <a:pPr lvl="0"/>
            <a:r>
              <a:rPr lang="en-IN" sz="1400" dirty="0"/>
              <a:t>Outreach → INITIATED_FOR → Member</a:t>
            </a:r>
          </a:p>
          <a:p>
            <a:pPr lvl="0"/>
            <a:r>
              <a:rPr lang="en-IN" sz="1400" dirty="0"/>
              <a:t>Claim → HAS_PROCEDURE → </a:t>
            </a:r>
            <a:r>
              <a:rPr lang="en-IN" sz="1400" dirty="0" err="1"/>
              <a:t>ProcedureCode</a:t>
            </a:r>
            <a:r>
              <a:rPr lang="en-IN" sz="1400" dirty="0"/>
              <a:t> (optional)</a:t>
            </a:r>
          </a:p>
          <a:p>
            <a:pPr lvl="0"/>
            <a:r>
              <a:rPr lang="en-IN" sz="1400" dirty="0"/>
              <a:t>Claim → OCCURRED_FOR → Member (inverse if needed)</a:t>
            </a:r>
          </a:p>
          <a:p>
            <a:pPr lvl="0"/>
            <a:r>
              <a:rPr lang="en-IN" sz="1400" dirty="0"/>
              <a:t>Claim → BILLED_BY → Provider</a:t>
            </a:r>
          </a:p>
          <a:p>
            <a:pPr lvl="0"/>
            <a:r>
              <a:rPr lang="en-IN" sz="1400" dirty="0" err="1"/>
              <a:t>ImagingEvent</a:t>
            </a:r>
            <a:r>
              <a:rPr lang="en-IN" sz="1400" dirty="0"/>
              <a:t> → CODED_AS → </a:t>
            </a:r>
            <a:r>
              <a:rPr lang="en-IN" sz="1400" dirty="0" err="1"/>
              <a:t>ProcedureCode</a:t>
            </a:r>
            <a:r>
              <a:rPr lang="en-IN" sz="1400" dirty="0"/>
              <a:t> (optional)</a:t>
            </a:r>
          </a:p>
        </p:txBody>
      </p:sp>
      <p:sp>
        <p:nvSpPr>
          <p:cNvPr id="8" name="Oval 7">
            <a:extLst>
              <a:ext uri="{FF2B5EF4-FFF2-40B4-BE49-F238E27FC236}">
                <a16:creationId xmlns:a16="http://schemas.microsoft.com/office/drawing/2014/main" id="{F032FCAA-366C-E11A-5935-E193F8633628}"/>
              </a:ext>
            </a:extLst>
          </p:cNvPr>
          <p:cNvSpPr/>
          <p:nvPr/>
        </p:nvSpPr>
        <p:spPr>
          <a:xfrm>
            <a:off x="5842006" y="2015719"/>
            <a:ext cx="1062990" cy="1028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Provider</a:t>
            </a:r>
          </a:p>
        </p:txBody>
      </p:sp>
      <p:sp>
        <p:nvSpPr>
          <p:cNvPr id="9" name="Oval 8">
            <a:extLst>
              <a:ext uri="{FF2B5EF4-FFF2-40B4-BE49-F238E27FC236}">
                <a16:creationId xmlns:a16="http://schemas.microsoft.com/office/drawing/2014/main" id="{566672FF-567F-52CE-302E-7074CDAAFCF1}"/>
              </a:ext>
            </a:extLst>
          </p:cNvPr>
          <p:cNvSpPr/>
          <p:nvPr/>
        </p:nvSpPr>
        <p:spPr>
          <a:xfrm>
            <a:off x="8304148" y="1653379"/>
            <a:ext cx="1062990" cy="1028700"/>
          </a:xfrm>
          <a:prstGeom prst="ellipse">
            <a:avLst/>
          </a:prstGeom>
          <a:solidFill>
            <a:srgbClr val="E9C7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Claim</a:t>
            </a:r>
          </a:p>
        </p:txBody>
      </p:sp>
      <p:sp>
        <p:nvSpPr>
          <p:cNvPr id="10" name="Oval 9">
            <a:extLst>
              <a:ext uri="{FF2B5EF4-FFF2-40B4-BE49-F238E27FC236}">
                <a16:creationId xmlns:a16="http://schemas.microsoft.com/office/drawing/2014/main" id="{07C0DB1E-AFF1-CD93-12F3-297B37D3A300}"/>
              </a:ext>
            </a:extLst>
          </p:cNvPr>
          <p:cNvSpPr/>
          <p:nvPr/>
        </p:nvSpPr>
        <p:spPr>
          <a:xfrm>
            <a:off x="8173667" y="3238177"/>
            <a:ext cx="1315917" cy="130302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solidFill>
                  <a:srgbClr val="FFFF66"/>
                </a:solidFill>
              </a:rPr>
              <a:t>Member</a:t>
            </a:r>
          </a:p>
        </p:txBody>
      </p:sp>
      <p:sp>
        <p:nvSpPr>
          <p:cNvPr id="11" name="Oval 10">
            <a:extLst>
              <a:ext uri="{FF2B5EF4-FFF2-40B4-BE49-F238E27FC236}">
                <a16:creationId xmlns:a16="http://schemas.microsoft.com/office/drawing/2014/main" id="{6DA90964-A7FF-500A-7180-79883BB0F3CB}"/>
              </a:ext>
            </a:extLst>
          </p:cNvPr>
          <p:cNvSpPr/>
          <p:nvPr/>
        </p:nvSpPr>
        <p:spPr>
          <a:xfrm>
            <a:off x="10338878" y="4838613"/>
            <a:ext cx="960120" cy="923460"/>
          </a:xfrm>
          <a:prstGeom prst="ellipse">
            <a:avLst/>
          </a:prstGeom>
          <a:solidFill>
            <a:srgbClr val="3737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Care Gap</a:t>
            </a:r>
          </a:p>
        </p:txBody>
      </p:sp>
      <p:sp>
        <p:nvSpPr>
          <p:cNvPr id="12" name="Oval 11">
            <a:extLst>
              <a:ext uri="{FF2B5EF4-FFF2-40B4-BE49-F238E27FC236}">
                <a16:creationId xmlns:a16="http://schemas.microsoft.com/office/drawing/2014/main" id="{F6F338DF-FEBB-E10F-3A4A-A7F47E5A711B}"/>
              </a:ext>
            </a:extLst>
          </p:cNvPr>
          <p:cNvSpPr/>
          <p:nvPr/>
        </p:nvSpPr>
        <p:spPr>
          <a:xfrm>
            <a:off x="10338878" y="1777016"/>
            <a:ext cx="960120" cy="92346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Plan</a:t>
            </a:r>
          </a:p>
        </p:txBody>
      </p:sp>
      <p:sp>
        <p:nvSpPr>
          <p:cNvPr id="13" name="Oval 12">
            <a:extLst>
              <a:ext uri="{FF2B5EF4-FFF2-40B4-BE49-F238E27FC236}">
                <a16:creationId xmlns:a16="http://schemas.microsoft.com/office/drawing/2014/main" id="{9D89F6E4-300F-025A-BB37-B5332001EF33}"/>
              </a:ext>
            </a:extLst>
          </p:cNvPr>
          <p:cNvSpPr/>
          <p:nvPr/>
        </p:nvSpPr>
        <p:spPr>
          <a:xfrm>
            <a:off x="10221446" y="3298020"/>
            <a:ext cx="1194984" cy="1100515"/>
          </a:xfrm>
          <a:prstGeom prst="ellipse">
            <a:avLst/>
          </a:prstGeom>
          <a:solidFill>
            <a:srgbClr val="5B9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Quality Measure</a:t>
            </a:r>
            <a:endParaRPr lang="en-IN" sz="1200" b="1" dirty="0">
              <a:solidFill>
                <a:schemeClr val="bg2"/>
              </a:solidFill>
            </a:endParaRPr>
          </a:p>
        </p:txBody>
      </p:sp>
      <p:sp>
        <p:nvSpPr>
          <p:cNvPr id="14" name="Oval 13">
            <a:extLst>
              <a:ext uri="{FF2B5EF4-FFF2-40B4-BE49-F238E27FC236}">
                <a16:creationId xmlns:a16="http://schemas.microsoft.com/office/drawing/2014/main" id="{BAB39984-982F-1CA8-A845-1B33D08E32A3}"/>
              </a:ext>
            </a:extLst>
          </p:cNvPr>
          <p:cNvSpPr/>
          <p:nvPr/>
        </p:nvSpPr>
        <p:spPr>
          <a:xfrm>
            <a:off x="5863231" y="3843967"/>
            <a:ext cx="1053680" cy="1008953"/>
          </a:xfrm>
          <a:prstGeom prst="ellipse">
            <a:avLst/>
          </a:prstGeom>
          <a:solidFill>
            <a:srgbClr val="5B9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dirty="0"/>
              <a:t>Imaging Event</a:t>
            </a:r>
            <a:endParaRPr lang="en-IN" sz="1000" b="1" dirty="0">
              <a:solidFill>
                <a:schemeClr val="bg2"/>
              </a:solidFill>
            </a:endParaRPr>
          </a:p>
        </p:txBody>
      </p:sp>
      <p:sp>
        <p:nvSpPr>
          <p:cNvPr id="15" name="Oval 14">
            <a:extLst>
              <a:ext uri="{FF2B5EF4-FFF2-40B4-BE49-F238E27FC236}">
                <a16:creationId xmlns:a16="http://schemas.microsoft.com/office/drawing/2014/main" id="{A2F571BB-6782-D4C5-9565-66D1636E8507}"/>
              </a:ext>
            </a:extLst>
          </p:cNvPr>
          <p:cNvSpPr/>
          <p:nvPr/>
        </p:nvSpPr>
        <p:spPr>
          <a:xfrm>
            <a:off x="8304148" y="5121701"/>
            <a:ext cx="1062990" cy="1008953"/>
          </a:xfrm>
          <a:prstGeom prst="ellipse">
            <a:avLst/>
          </a:prstGeom>
          <a:solidFill>
            <a:srgbClr val="7BB4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rPr>
              <a:t>Outreach</a:t>
            </a:r>
          </a:p>
        </p:txBody>
      </p:sp>
      <p:sp>
        <p:nvSpPr>
          <p:cNvPr id="16" name="Oval 15">
            <a:extLst>
              <a:ext uri="{FF2B5EF4-FFF2-40B4-BE49-F238E27FC236}">
                <a16:creationId xmlns:a16="http://schemas.microsoft.com/office/drawing/2014/main" id="{054F1EBF-0689-714D-C217-194BE33F1A7D}"/>
              </a:ext>
            </a:extLst>
          </p:cNvPr>
          <p:cNvSpPr/>
          <p:nvPr/>
        </p:nvSpPr>
        <p:spPr>
          <a:xfrm>
            <a:off x="6873774" y="5055783"/>
            <a:ext cx="1194984" cy="1137532"/>
          </a:xfrm>
          <a:prstGeom prst="ellipse">
            <a:avLst/>
          </a:prstGeom>
          <a:solidFill>
            <a:srgbClr val="5B9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Procedure Code</a:t>
            </a:r>
            <a:endParaRPr lang="en-IN" sz="1100" b="1" dirty="0">
              <a:solidFill>
                <a:schemeClr val="bg2"/>
              </a:solidFill>
            </a:endParaRPr>
          </a:p>
        </p:txBody>
      </p:sp>
      <p:cxnSp>
        <p:nvCxnSpPr>
          <p:cNvPr id="17" name="Straight Arrow Connector 16">
            <a:extLst>
              <a:ext uri="{FF2B5EF4-FFF2-40B4-BE49-F238E27FC236}">
                <a16:creationId xmlns:a16="http://schemas.microsoft.com/office/drawing/2014/main" id="{EE9B87DD-C984-2050-A0F3-16F460633116}"/>
              </a:ext>
            </a:extLst>
          </p:cNvPr>
          <p:cNvCxnSpPr>
            <a:cxnSpLocks/>
            <a:stCxn id="10" idx="2"/>
            <a:endCxn id="8" idx="5"/>
          </p:cNvCxnSpPr>
          <p:nvPr/>
        </p:nvCxnSpPr>
        <p:spPr>
          <a:xfrm flipH="1" flipV="1">
            <a:off x="6749325" y="2893769"/>
            <a:ext cx="1424342" cy="995918"/>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64CC780-36C5-A1BF-FECF-00BAAA109344}"/>
              </a:ext>
            </a:extLst>
          </p:cNvPr>
          <p:cNvCxnSpPr>
            <a:cxnSpLocks/>
            <a:stCxn id="10" idx="7"/>
            <a:endCxn id="12" idx="3"/>
          </p:cNvCxnSpPr>
          <p:nvPr/>
        </p:nvCxnSpPr>
        <p:spPr>
          <a:xfrm flipV="1">
            <a:off x="9296872" y="2565238"/>
            <a:ext cx="1182612" cy="863762"/>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7C63CFC-91CD-4BFD-C405-C86BFF19910B}"/>
              </a:ext>
            </a:extLst>
          </p:cNvPr>
          <p:cNvCxnSpPr>
            <a:cxnSpLocks/>
            <a:stCxn id="10" idx="0"/>
            <a:endCxn id="9" idx="4"/>
          </p:cNvCxnSpPr>
          <p:nvPr/>
        </p:nvCxnSpPr>
        <p:spPr>
          <a:xfrm flipV="1">
            <a:off x="8831626" y="2682079"/>
            <a:ext cx="4017" cy="556098"/>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B6B9083-ADAD-9F2E-E0E8-16AF41B07CE0}"/>
              </a:ext>
            </a:extLst>
          </p:cNvPr>
          <p:cNvCxnSpPr>
            <a:cxnSpLocks/>
            <a:stCxn id="8" idx="7"/>
            <a:endCxn id="9" idx="2"/>
          </p:cNvCxnSpPr>
          <p:nvPr/>
        </p:nvCxnSpPr>
        <p:spPr>
          <a:xfrm>
            <a:off x="6749325" y="2166369"/>
            <a:ext cx="1554823" cy="136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6A1205D-54DB-4BB6-5ABA-A914EDE21D62}"/>
              </a:ext>
            </a:extLst>
          </p:cNvPr>
          <p:cNvCxnSpPr>
            <a:cxnSpLocks/>
            <a:stCxn id="10" idx="3"/>
            <a:endCxn id="14" idx="6"/>
          </p:cNvCxnSpPr>
          <p:nvPr/>
        </p:nvCxnSpPr>
        <p:spPr>
          <a:xfrm flipH="1" flipV="1">
            <a:off x="6916911" y="4348444"/>
            <a:ext cx="1449468" cy="193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EACD45C-0B14-7286-6B54-41B6479D7CDE}"/>
              </a:ext>
            </a:extLst>
          </p:cNvPr>
          <p:cNvCxnSpPr>
            <a:cxnSpLocks/>
            <a:stCxn id="10" idx="5"/>
            <a:endCxn id="11" idx="1"/>
          </p:cNvCxnSpPr>
          <p:nvPr/>
        </p:nvCxnSpPr>
        <p:spPr>
          <a:xfrm>
            <a:off x="9296872" y="4350374"/>
            <a:ext cx="1182612" cy="623477"/>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C9872EE-BB93-92BD-B42D-76E49E50A473}"/>
              </a:ext>
            </a:extLst>
          </p:cNvPr>
          <p:cNvCxnSpPr>
            <a:cxnSpLocks/>
            <a:stCxn id="11" idx="0"/>
            <a:endCxn id="13" idx="4"/>
          </p:cNvCxnSpPr>
          <p:nvPr/>
        </p:nvCxnSpPr>
        <p:spPr>
          <a:xfrm flipV="1">
            <a:off x="10818938" y="4398535"/>
            <a:ext cx="0" cy="440078"/>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082BEC0-FBDC-2A40-24DE-DCD8E169ACAC}"/>
              </a:ext>
            </a:extLst>
          </p:cNvPr>
          <p:cNvCxnSpPr>
            <a:cxnSpLocks/>
            <a:stCxn id="11" idx="3"/>
            <a:endCxn id="15" idx="6"/>
          </p:cNvCxnSpPr>
          <p:nvPr/>
        </p:nvCxnSpPr>
        <p:spPr>
          <a:xfrm flipH="1" flipV="1">
            <a:off x="9367138" y="5626178"/>
            <a:ext cx="1112346" cy="657"/>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5CE4446-A562-60B4-83A9-F30E6577F8A4}"/>
              </a:ext>
            </a:extLst>
          </p:cNvPr>
          <p:cNvCxnSpPr>
            <a:cxnSpLocks/>
            <a:stCxn id="15" idx="0"/>
            <a:endCxn id="10" idx="4"/>
          </p:cNvCxnSpPr>
          <p:nvPr/>
        </p:nvCxnSpPr>
        <p:spPr>
          <a:xfrm flipH="1" flipV="1">
            <a:off x="8831626" y="4541197"/>
            <a:ext cx="4017" cy="580504"/>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8AA4A0F-C157-E53C-336B-1422A2ADFF67}"/>
              </a:ext>
            </a:extLst>
          </p:cNvPr>
          <p:cNvCxnSpPr>
            <a:cxnSpLocks/>
            <a:stCxn id="9" idx="2"/>
            <a:endCxn id="16" idx="0"/>
          </p:cNvCxnSpPr>
          <p:nvPr/>
        </p:nvCxnSpPr>
        <p:spPr>
          <a:xfrm flipH="1">
            <a:off x="7471266" y="2167729"/>
            <a:ext cx="832882" cy="2888054"/>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DD7C21F-DCDE-0BA1-5BF8-BF75F4AB4777}"/>
              </a:ext>
            </a:extLst>
          </p:cNvPr>
          <p:cNvCxnSpPr>
            <a:cxnSpLocks/>
            <a:stCxn id="9" idx="4"/>
            <a:endCxn id="10" idx="0"/>
          </p:cNvCxnSpPr>
          <p:nvPr/>
        </p:nvCxnSpPr>
        <p:spPr>
          <a:xfrm flipH="1">
            <a:off x="8831626" y="2682079"/>
            <a:ext cx="4017" cy="556098"/>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B197281-A46C-5F72-DB08-7406AF93125C}"/>
              </a:ext>
            </a:extLst>
          </p:cNvPr>
          <p:cNvCxnSpPr>
            <a:cxnSpLocks/>
            <a:stCxn id="14" idx="5"/>
            <a:endCxn id="16" idx="1"/>
          </p:cNvCxnSpPr>
          <p:nvPr/>
        </p:nvCxnSpPr>
        <p:spPr>
          <a:xfrm>
            <a:off x="6762603" y="4705162"/>
            <a:ext cx="286172" cy="517209"/>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8021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B61017-4B03-81CB-C5BF-16842F1FDACD}"/>
              </a:ext>
            </a:extLst>
          </p:cNvPr>
          <p:cNvSpPr>
            <a:spLocks noGrp="1"/>
          </p:cNvSpPr>
          <p:nvPr>
            <p:ph type="ctrTitle"/>
          </p:nvPr>
        </p:nvSpPr>
        <p:spPr>
          <a:xfrm>
            <a:off x="1005840" y="2563670"/>
            <a:ext cx="6832600" cy="1477328"/>
          </a:xfrm>
        </p:spPr>
        <p:txBody>
          <a:bodyPr/>
          <a:lstStyle/>
          <a:p>
            <a:r>
              <a:rPr lang="en-US"/>
              <a:t>Thank you</a:t>
            </a:r>
          </a:p>
        </p:txBody>
      </p:sp>
      <p:sp>
        <p:nvSpPr>
          <p:cNvPr id="2" name="Slide Number Placeholder 1">
            <a:extLst>
              <a:ext uri="{FF2B5EF4-FFF2-40B4-BE49-F238E27FC236}">
                <a16:creationId xmlns:a16="http://schemas.microsoft.com/office/drawing/2014/main" id="{19A4A862-22B1-5992-B77D-4C8BF40C7A13}"/>
              </a:ext>
            </a:extLst>
          </p:cNvPr>
          <p:cNvSpPr>
            <a:spLocks noGrp="1"/>
          </p:cNvSpPr>
          <p:nvPr>
            <p:ph type="sldNum" sz="quarter" idx="16"/>
          </p:nvPr>
        </p:nvSpPr>
        <p:spPr>
          <a:xfrm>
            <a:off x="457200" y="6400799"/>
            <a:ext cx="365760" cy="228600"/>
          </a:xfrm>
        </p:spPr>
        <p:txBody>
          <a:bodyPr/>
          <a:lstStyle/>
          <a:p>
            <a:fld id="{38826FC0-333C-E549-9FA3-0EE43DF298A3}" type="slidenum">
              <a:rPr lang="en-US" smtClean="0"/>
              <a:pPr/>
              <a:t>9</a:t>
            </a:fld>
            <a:endParaRPr lang="en-US"/>
          </a:p>
        </p:txBody>
      </p:sp>
      <p:sp>
        <p:nvSpPr>
          <p:cNvPr id="3" name="Footer Placeholder 2">
            <a:extLst>
              <a:ext uri="{FF2B5EF4-FFF2-40B4-BE49-F238E27FC236}">
                <a16:creationId xmlns:a16="http://schemas.microsoft.com/office/drawing/2014/main" id="{03342216-F6AF-45C9-256E-0C0946B1A82C}"/>
              </a:ext>
            </a:extLst>
          </p:cNvPr>
          <p:cNvSpPr>
            <a:spLocks noGrp="1"/>
          </p:cNvSpPr>
          <p:nvPr>
            <p:ph type="ftr" sz="quarter" idx="15"/>
          </p:nvPr>
        </p:nvSpPr>
        <p:spPr>
          <a:xfrm>
            <a:off x="1005840" y="6400800"/>
            <a:ext cx="1371600" cy="228600"/>
          </a:xfrm>
        </p:spPr>
        <p:txBody>
          <a:bodyPr/>
          <a:lstStyle/>
          <a:p>
            <a:r>
              <a:rPr lang="en-US"/>
              <a:t>© 2025–2027 Cognizant | Private</a:t>
            </a:r>
          </a:p>
        </p:txBody>
      </p:sp>
    </p:spTree>
    <p:extLst>
      <p:ext uri="{BB962C8B-B14F-4D97-AF65-F5344CB8AC3E}">
        <p14:creationId xmlns:p14="http://schemas.microsoft.com/office/powerpoint/2010/main" val="24927280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2_Cognizant_2024" id="{4DB496B1-E6EF-4CBE-9AD1-A2CF8C63C2B7}" vid="{BB4BE9A0-A680-4A25-9195-1AF5CFB8503C}"/>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6F2FB6F0C0F643874E7A21317CEB83" ma:contentTypeVersion="28" ma:contentTypeDescription="Create a new document." ma:contentTypeScope="" ma:versionID="95ba1cdf75c30af68002ceaf073af6c9">
  <xsd:schema xmlns:xsd="http://www.w3.org/2001/XMLSchema" xmlns:xs="http://www.w3.org/2001/XMLSchema" xmlns:p="http://schemas.microsoft.com/office/2006/metadata/properties" xmlns:ns2="fbe430c1-83a1-4407-a93f-d2144dec552c" xmlns:ns3="da2a811a-61f7-41d9-a96a-3fe58d3117da" targetNamespace="http://schemas.microsoft.com/office/2006/metadata/properties" ma:root="true" ma:fieldsID="e4a4a1e8502b098c003ee848bb5db4a2" ns2:_="" ns3:_="">
    <xsd:import namespace="fbe430c1-83a1-4407-a93f-d2144dec552c"/>
    <xsd:import namespace="da2a811a-61f7-41d9-a96a-3fe58d3117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Category1" minOccurs="0"/>
                <xsd:element ref="ns2:MediaLengthInSeconds" minOccurs="0"/>
                <xsd:element ref="ns2:PermissionSet" minOccurs="0"/>
                <xsd:element ref="ns2:_Flow_SignoffStatus" minOccurs="0"/>
                <xsd:element ref="ns2:MediaServiceObjectDetectorVersions" minOccurs="0"/>
                <xsd:element ref="ns2:MediaServiceSearchProperties" minOccurs="0"/>
                <xsd:element ref="ns2:MediaServiceLocation" minOccurs="0"/>
                <xsd:element ref="ns2:m2cdf977224e4362b023ebe2f5fb54ce" minOccurs="0"/>
                <xsd:element ref="ns2:n446a6503387411fbfe4842fcfb02d4c" minOccurs="0"/>
                <xsd:element ref="ns2:d0343b0fd7614bfd8975041064cafcd0" minOccurs="0"/>
                <xsd:element ref="ns2:Views" minOccurs="0"/>
                <xsd:element ref="ns2:UR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430c1-83a1-4407-a93f-d2144dec5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Category1" ma:index="19" nillable="true" ma:displayName="Category 1" ma:format="Dropdown" ma:internalName="Category1">
      <xsd:simpleType>
        <xsd:restriction base="dms:Choice">
          <xsd:enumeration value="Global Policy"/>
          <xsd:enumeration value="Ethics and Compliance "/>
          <xsd:enumeration value="Code of Ethics"/>
          <xsd:enumeration value="Translation"/>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PermissionSet" ma:index="21" nillable="true" ma:displayName="PermissionSet" ma:hidden="true" ma:internalName="PermissionSet" ma:readOnly="false">
      <xsd:simpleType>
        <xsd:restriction base="dms:Text">
          <xsd:maxLength value="255"/>
        </xsd:restriction>
      </xsd:simpleType>
    </xsd:element>
    <xsd:element name="_Flow_SignoffStatus" ma:index="22" nillable="true" ma:displayName="Sign-off status" ma:internalName="Sign_x002d_off_x0020_status">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2cdf977224e4362b023ebe2f5fb54ce" ma:index="27" nillable="true" ma:taxonomy="true" ma:internalName="m2cdf977224e4362b023ebe2f5fb54ce" ma:taxonomyFieldName="Topics" ma:displayName="Topics" ma:default="" ma:fieldId="{62cdf977-224e-4362-b023-ebe2f5fb54ce}" ma:taxonomyMulti="true" ma:sspId="63b7d1d5-7262-4eb7-85df-493a730aa646" ma:termSetId="bb61e467-d593-466a-994a-5e67bfb8b398" ma:anchorId="00000000-0000-0000-0000-000000000000" ma:open="false" ma:isKeyword="false">
      <xsd:complexType>
        <xsd:sequence>
          <xsd:element ref="pc:Terms" minOccurs="0" maxOccurs="1"/>
        </xsd:sequence>
      </xsd:complexType>
    </xsd:element>
    <xsd:element name="n446a6503387411fbfe4842fcfb02d4c" ma:index="29" nillable="true" ma:taxonomy="true" ma:internalName="n446a6503387411fbfe4842fcfb02d4c" ma:taxonomyFieldName="Business" ma:displayName="Business" ma:default="" ma:fieldId="{7446a650-3387-411f-bfe4-842fcfb02d4c}" ma:taxonomyMulti="true" ma:sspId="63b7d1d5-7262-4eb7-85df-493a730aa646" ma:termSetId="97fba6ab-a82f-4b05-8a87-5c06aa3b8c9a" ma:anchorId="00000000-0000-0000-0000-000000000000" ma:open="false" ma:isKeyword="false">
      <xsd:complexType>
        <xsd:sequence>
          <xsd:element ref="pc:Terms" minOccurs="0" maxOccurs="1"/>
        </xsd:sequence>
      </xsd:complexType>
    </xsd:element>
    <xsd:element name="d0343b0fd7614bfd8975041064cafcd0" ma:index="31" nillable="true" ma:taxonomy="true" ma:internalName="d0343b0fd7614bfd8975041064cafcd0" ma:taxonomyFieldName="Geography" ma:displayName="Geography" ma:default="" ma:fieldId="{d0343b0f-d761-4bfd-8975-041064cafcd0}" ma:taxonomyMulti="true" ma:sspId="63b7d1d5-7262-4eb7-85df-493a730aa646" ma:termSetId="57c2f89f-8209-4ff9-9cad-c95750170dde" ma:anchorId="00000000-0000-0000-0000-000000000000" ma:open="false" ma:isKeyword="false">
      <xsd:complexType>
        <xsd:sequence>
          <xsd:element ref="pc:Terms" minOccurs="0" maxOccurs="1"/>
        </xsd:sequence>
      </xsd:complexType>
    </xsd:element>
    <xsd:element name="Views" ma:index="32" nillable="true" ma:displayName="Views" ma:format="Dropdown" ma:internalName="Views" ma:percentage="FALSE">
      <xsd:simpleType>
        <xsd:restriction base="dms:Number"/>
      </xsd:simpleType>
    </xsd:element>
    <xsd:element name="URL" ma:index="33" nillable="true" ma:displayName="URL" ma:description="Links to the pdf document" ma:format="Hyperlink" ma:internalName="URL">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2a811a-61f7-41d9-a96a-3fe58d3117d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aa6e134-06f1-4965-9f1c-4ca2ce1ac82e}" ma:internalName="TaxCatchAll" ma:showField="CatchAllData" ma:web="da2a811a-61f7-41d9-a96a-3fe58d3117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fbe430c1-83a1-4407-a93f-d2144dec552c" xsi:nil="true"/>
    <SharedWithUsers xmlns="da2a811a-61f7-41d9-a96a-3fe58d3117da">
      <UserInfo>
        <DisplayName>Kelly, Jennifer (Contractor)</DisplayName>
        <AccountId>533</AccountId>
        <AccountType/>
      </UserInfo>
    </SharedWithUsers>
    <TaxCatchAll xmlns="da2a811a-61f7-41d9-a96a-3fe58d3117da" xsi:nil="true"/>
    <lcf76f155ced4ddcb4097134ff3c332f xmlns="fbe430c1-83a1-4407-a93f-d2144dec552c">
      <Terms xmlns="http://schemas.microsoft.com/office/infopath/2007/PartnerControls"/>
    </lcf76f155ced4ddcb4097134ff3c332f>
    <d0343b0fd7614bfd8975041064cafcd0 xmlns="fbe430c1-83a1-4407-a93f-d2144dec552c">
      <Terms xmlns="http://schemas.microsoft.com/office/infopath/2007/PartnerControls"/>
    </d0343b0fd7614bfd8975041064cafcd0>
    <_Flow_SignoffStatus xmlns="fbe430c1-83a1-4407-a93f-d2144dec552c" xsi:nil="true"/>
    <m2cdf977224e4362b023ebe2f5fb54ce xmlns="fbe430c1-83a1-4407-a93f-d2144dec552c">
      <Terms xmlns="http://schemas.microsoft.com/office/infopath/2007/PartnerControls"/>
    </m2cdf977224e4362b023ebe2f5fb54ce>
    <n446a6503387411fbfe4842fcfb02d4c xmlns="fbe430c1-83a1-4407-a93f-d2144dec552c">
      <Terms xmlns="http://schemas.microsoft.com/office/infopath/2007/PartnerControls"/>
    </n446a6503387411fbfe4842fcfb02d4c>
    <PermissionSet xmlns="fbe430c1-83a1-4407-a93f-d2144dec552c">1</PermissionSet>
    <Views xmlns="fbe430c1-83a1-4407-a93f-d2144dec552c" xsi:nil="true"/>
    <Category1 xmlns="fbe430c1-83a1-4407-a93f-d2144dec552c" xsi:nil="true"/>
    <URL xmlns="fbe430c1-83a1-4407-a93f-d2144dec552c">
      <Url xsi:nil="true"/>
      <Description xsi:nil="true"/>
    </URL>
  </documentManagement>
</p:properties>
</file>

<file path=customXml/itemProps1.xml><?xml version="1.0" encoding="utf-8"?>
<ds:datastoreItem xmlns:ds="http://schemas.openxmlformats.org/officeDocument/2006/customXml" ds:itemID="{D243DB6A-4E19-4081-AD3A-F26AB7851077}">
  <ds:schemaRefs>
    <ds:schemaRef ds:uri="http://schemas.microsoft.com/sharepoint/v3/contenttype/forms"/>
  </ds:schemaRefs>
</ds:datastoreItem>
</file>

<file path=customXml/itemProps2.xml><?xml version="1.0" encoding="utf-8"?>
<ds:datastoreItem xmlns:ds="http://schemas.openxmlformats.org/officeDocument/2006/customXml" ds:itemID="{FCC87749-1CAE-495F-AA91-E2A024BE09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430c1-83a1-4407-a93f-d2144dec552c"/>
    <ds:schemaRef ds:uri="da2a811a-61f7-41d9-a96a-3fe58d3117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A8AA3F-21FE-43F5-B698-F205039046F2}">
  <ds:schemaRefs>
    <ds:schemaRef ds:uri="http://schemas.microsoft.com/office/2006/metadata/properties"/>
    <ds:schemaRef ds:uri="http://schemas.microsoft.com/office/2006/documentManagement/types"/>
    <ds:schemaRef ds:uri="http://purl.org/dc/terms/"/>
    <ds:schemaRef ds:uri="da2a811a-61f7-41d9-a96a-3fe58d3117da"/>
    <ds:schemaRef ds:uri="http://schemas.openxmlformats.org/package/2006/metadata/core-properties"/>
    <ds:schemaRef ds:uri="http://purl.org/dc/elements/1.1/"/>
    <ds:schemaRef ds:uri="http://purl.org/dc/dcmitype/"/>
    <ds:schemaRef ds:uri="http://schemas.microsoft.com/office/infopath/2007/PartnerControls"/>
    <ds:schemaRef ds:uri="fbe430c1-83a1-4407-a93f-d2144dec552c"/>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8120</TotalTime>
  <Words>1162</Words>
  <Application>Microsoft Office PowerPoint</Application>
  <PresentationFormat>Widescreen</PresentationFormat>
  <Paragraphs>170</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Cognizant_2024</vt:lpstr>
      <vt:lpstr>Knowledge graph and Gen AI Use cases</vt:lpstr>
      <vt:lpstr>Knowledge Graph</vt:lpstr>
      <vt:lpstr>Scenario 1- Provider Identity Theft</vt:lpstr>
      <vt:lpstr>Scenario 1: Provider Identity Theft + Multi-State Telehealth Looping</vt:lpstr>
      <vt:lpstr>Knowledge graph architecture walkthrough-FWA</vt:lpstr>
      <vt:lpstr>Scenario 2- Care Gap Use Case</vt:lpstr>
      <vt:lpstr>Scenario 2: Identifying a Breast Cancer Screening care gap for an eligible member.</vt:lpstr>
      <vt:lpstr>Knowledge graph architecture walkthrough-Care gap</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Bhose, Jayant (Cognizant)</cp:lastModifiedBy>
  <cp:revision>85</cp:revision>
  <dcterms:created xsi:type="dcterms:W3CDTF">2024-03-20T19:25:52Z</dcterms:created>
  <dcterms:modified xsi:type="dcterms:W3CDTF">2026-03-31T06:49:51Z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ography">
    <vt:lpwstr/>
  </property>
  <property fmtid="{D5CDD505-2E9C-101B-9397-08002B2CF9AE}" pid="3" name="Business">
    <vt:lpwstr/>
  </property>
  <property fmtid="{D5CDD505-2E9C-101B-9397-08002B2CF9AE}" pid="4" name="xd_ProgID">
    <vt:lpwstr/>
  </property>
  <property fmtid="{D5CDD505-2E9C-101B-9397-08002B2CF9AE}" pid="5" name="MediaServiceImageTags">
    <vt:lpwstr/>
  </property>
  <property fmtid="{D5CDD505-2E9C-101B-9397-08002B2CF9AE}" pid="6" name="ContentTypeId">
    <vt:lpwstr>0x010100E06F2FB6F0C0F643874E7A21317CEB83</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Topics">
    <vt:lpwstr/>
  </property>
  <property fmtid="{D5CDD505-2E9C-101B-9397-08002B2CF9AE}" pid="12" name="xd_Signature">
    <vt:bool>false</vt:bool>
  </property>
</Properties>
</file>